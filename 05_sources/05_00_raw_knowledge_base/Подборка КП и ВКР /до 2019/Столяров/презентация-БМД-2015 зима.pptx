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257" r:id="rId3"/>
    <p:sldId id="258" r:id="rId4"/>
    <p:sldId id="259" r:id="rId5"/>
    <p:sldId id="271" r:id="rId6"/>
    <p:sldId id="267" r:id="rId7"/>
    <p:sldId id="270" r:id="rId8"/>
    <p:sldId id="260" r:id="rId9"/>
    <p:sldId id="261" r:id="rId10"/>
    <p:sldId id="262" r:id="rId11"/>
    <p:sldId id="263" r:id="rId12"/>
    <p:sldId id="265" r:id="rId13"/>
    <p:sldId id="264" r:id="rId14"/>
    <p:sldId id="266" r:id="rId15"/>
    <p:sldId id="269" r:id="rId16"/>
    <p:sldId id="274" r:id="rId17"/>
    <p:sldId id="273" r:id="rId18"/>
    <p:sldId id="275" r:id="rId19"/>
    <p:sldId id="276" r:id="rId20"/>
    <p:sldId id="268" r:id="rId21"/>
    <p:sldId id="272" r:id="rId2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6A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2683" autoAdjust="0"/>
  </p:normalViewPr>
  <p:slideViewPr>
    <p:cSldViewPr snapToGrid="0">
      <p:cViewPr varScale="1">
        <p:scale>
          <a:sx n="35" d="100"/>
          <a:sy n="35" d="100"/>
        </p:scale>
        <p:origin x="616" y="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F76617-0C42-417A-AC36-AB372BCDC6E7}" type="doc">
      <dgm:prSet loTypeId="urn:microsoft.com/office/officeart/2005/8/layout/process1" loCatId="process" qsTypeId="urn:microsoft.com/office/officeart/2005/8/quickstyle/simple1" qsCatId="simple" csTypeId="urn:microsoft.com/office/officeart/2005/8/colors/accent1_2" csCatId="accent1" phldr="0"/>
      <dgm:spPr/>
    </dgm:pt>
    <dgm:pt modelId="{82C8CBBE-DF92-46EC-AA9A-61139F1F9666}" type="pres">
      <dgm:prSet presAssocID="{83F76617-0C42-417A-AC36-AB372BCDC6E7}" presName="Name0" presStyleCnt="0">
        <dgm:presLayoutVars>
          <dgm:dir/>
          <dgm:resizeHandles val="exact"/>
        </dgm:presLayoutVars>
      </dgm:prSet>
      <dgm:spPr/>
    </dgm:pt>
  </dgm:ptLst>
  <dgm:cxnLst>
    <dgm:cxn modelId="{51B2D655-15D0-491F-829C-71AB4D107A05}" type="presOf" srcId="{83F76617-0C42-417A-AC36-AB372BCDC6E7}" destId="{82C8CBBE-DF92-46EC-AA9A-61139F1F9666}"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53BA31-ACA8-4237-9F65-8A8F99838656}" type="doc">
      <dgm:prSet loTypeId="urn:microsoft.com/office/officeart/2005/8/layout/bProcess4" loCatId="process" qsTypeId="urn:microsoft.com/office/officeart/2005/8/quickstyle/simple1" qsCatId="simple" csTypeId="urn:microsoft.com/office/officeart/2005/8/colors/accent3_1" csCatId="accent3" phldr="1"/>
      <dgm:spPr/>
      <dgm:t>
        <a:bodyPr/>
        <a:lstStyle/>
        <a:p>
          <a:endParaRPr lang="ru-RU"/>
        </a:p>
      </dgm:t>
    </dgm:pt>
    <dgm:pt modelId="{DFCA0F5D-CA72-43CB-8450-FC8CFE6D60E6}">
      <dgm:prSet phldrT="[Текст]"/>
      <dgm:spPr/>
      <dgm:t>
        <a:bodyPr/>
        <a:lstStyle/>
        <a:p>
          <a:r>
            <a:rPr lang="ru-RU" b="1" dirty="0" smtClean="0"/>
            <a:t>Каталогизация диагностируемого оборудования в облачном интерфейсе</a:t>
          </a:r>
          <a:endParaRPr lang="ru-RU" b="1" dirty="0"/>
        </a:p>
      </dgm:t>
    </dgm:pt>
    <dgm:pt modelId="{6A9BCD57-E665-44B3-907C-85398EFF19C2}" type="parTrans" cxnId="{C8B9B536-F101-4270-AF17-6FC30CCBB283}">
      <dgm:prSet/>
      <dgm:spPr/>
      <dgm:t>
        <a:bodyPr/>
        <a:lstStyle/>
        <a:p>
          <a:endParaRPr lang="ru-RU"/>
        </a:p>
      </dgm:t>
    </dgm:pt>
    <dgm:pt modelId="{B8619CFD-B89A-4DA2-A0AF-560866C40E68}" type="sibTrans" cxnId="{C8B9B536-F101-4270-AF17-6FC30CCBB283}">
      <dgm:prSet/>
      <dgm:spPr/>
      <dgm:t>
        <a:bodyPr/>
        <a:lstStyle/>
        <a:p>
          <a:endParaRPr lang="ru-RU"/>
        </a:p>
      </dgm:t>
    </dgm:pt>
    <dgm:pt modelId="{E667B2AF-BA7B-452D-8E49-82AD42F2EF9D}">
      <dgm:prSet phldrT="[Текст]"/>
      <dgm:spPr/>
      <dgm:t>
        <a:bodyPr/>
        <a:lstStyle/>
        <a:p>
          <a:r>
            <a:rPr lang="ru-RU" b="1" dirty="0" smtClean="0"/>
            <a:t>Создание матрицы критичности</a:t>
          </a:r>
          <a:endParaRPr lang="ru-RU" b="1" dirty="0"/>
        </a:p>
      </dgm:t>
    </dgm:pt>
    <dgm:pt modelId="{4C7EF20A-17C3-468D-94E9-45A034CBB918}" type="parTrans" cxnId="{7AFFAA7E-9B51-4FF2-814D-122E764AF8F5}">
      <dgm:prSet/>
      <dgm:spPr/>
      <dgm:t>
        <a:bodyPr/>
        <a:lstStyle/>
        <a:p>
          <a:endParaRPr lang="ru-RU"/>
        </a:p>
      </dgm:t>
    </dgm:pt>
    <dgm:pt modelId="{5F41D70C-51B8-46A1-B3F7-1B79D822E520}" type="sibTrans" cxnId="{7AFFAA7E-9B51-4FF2-814D-122E764AF8F5}">
      <dgm:prSet/>
      <dgm:spPr/>
      <dgm:t>
        <a:bodyPr/>
        <a:lstStyle/>
        <a:p>
          <a:endParaRPr lang="ru-RU"/>
        </a:p>
      </dgm:t>
    </dgm:pt>
    <dgm:pt modelId="{7A18BC36-2557-4CD8-B758-C25670D5CA7D}">
      <dgm:prSet phldrT="[Текст]"/>
      <dgm:spPr/>
      <dgm:t>
        <a:bodyPr/>
        <a:lstStyle/>
        <a:p>
          <a:r>
            <a:rPr lang="ru-RU" b="1" dirty="0" smtClean="0"/>
            <a:t>Определение критичности оборудования</a:t>
          </a:r>
          <a:endParaRPr lang="ru-RU" b="1" dirty="0"/>
        </a:p>
      </dgm:t>
    </dgm:pt>
    <dgm:pt modelId="{9270C7E6-42EE-47F1-85DB-87B021D56E17}" type="parTrans" cxnId="{78905196-9C4F-4A26-842F-452031F125CC}">
      <dgm:prSet/>
      <dgm:spPr/>
      <dgm:t>
        <a:bodyPr/>
        <a:lstStyle/>
        <a:p>
          <a:endParaRPr lang="ru-RU"/>
        </a:p>
      </dgm:t>
    </dgm:pt>
    <dgm:pt modelId="{04937010-D773-414A-82CC-A313AFD2053A}" type="sibTrans" cxnId="{78905196-9C4F-4A26-842F-452031F125CC}">
      <dgm:prSet/>
      <dgm:spPr/>
      <dgm:t>
        <a:bodyPr/>
        <a:lstStyle/>
        <a:p>
          <a:endParaRPr lang="ru-RU"/>
        </a:p>
      </dgm:t>
    </dgm:pt>
    <dgm:pt modelId="{6839E60C-B057-450F-9823-7FDBE88363FC}">
      <dgm:prSet phldrT="[Текст]"/>
      <dgm:spPr/>
      <dgm:t>
        <a:bodyPr/>
        <a:lstStyle/>
        <a:p>
          <a:r>
            <a:rPr lang="ru-RU" b="1" dirty="0" smtClean="0"/>
            <a:t>Формирование  периодичности опроса датчиков</a:t>
          </a:r>
          <a:endParaRPr lang="ru-RU" b="1" dirty="0"/>
        </a:p>
      </dgm:t>
    </dgm:pt>
    <dgm:pt modelId="{83ABBBD0-5280-40DC-93A8-7A42051149AA}" type="parTrans" cxnId="{B602D4BC-545F-4A48-97C3-057F11849B98}">
      <dgm:prSet/>
      <dgm:spPr/>
      <dgm:t>
        <a:bodyPr/>
        <a:lstStyle/>
        <a:p>
          <a:endParaRPr lang="ru-RU"/>
        </a:p>
      </dgm:t>
    </dgm:pt>
    <dgm:pt modelId="{C58C0899-F86E-44D9-B2D5-CC0EBE025A78}" type="sibTrans" cxnId="{B602D4BC-545F-4A48-97C3-057F11849B98}">
      <dgm:prSet/>
      <dgm:spPr/>
      <dgm:t>
        <a:bodyPr/>
        <a:lstStyle/>
        <a:p>
          <a:endParaRPr lang="ru-RU"/>
        </a:p>
      </dgm:t>
    </dgm:pt>
    <dgm:pt modelId="{D3A91AAE-93C8-484F-9EDD-DF1B3F429398}">
      <dgm:prSet phldrT="[Текст]"/>
      <dgm:spPr/>
      <dgm:t>
        <a:bodyPr/>
        <a:lstStyle/>
        <a:p>
          <a:r>
            <a:rPr lang="ru-RU" b="1" dirty="0" smtClean="0"/>
            <a:t>Настройка каналов измерения</a:t>
          </a:r>
          <a:endParaRPr lang="ru-RU" b="1" dirty="0"/>
        </a:p>
      </dgm:t>
    </dgm:pt>
    <dgm:pt modelId="{D86A89C3-BAD6-44CB-B98E-020A72EA89ED}" type="parTrans" cxnId="{243FCE7B-1D1C-4232-91EA-497D036ABD47}">
      <dgm:prSet/>
      <dgm:spPr/>
      <dgm:t>
        <a:bodyPr/>
        <a:lstStyle/>
        <a:p>
          <a:endParaRPr lang="ru-RU"/>
        </a:p>
      </dgm:t>
    </dgm:pt>
    <dgm:pt modelId="{39A96F7C-9284-4421-82D8-37A435DD7449}" type="sibTrans" cxnId="{243FCE7B-1D1C-4232-91EA-497D036ABD47}">
      <dgm:prSet/>
      <dgm:spPr/>
      <dgm:t>
        <a:bodyPr/>
        <a:lstStyle/>
        <a:p>
          <a:endParaRPr lang="ru-RU"/>
        </a:p>
      </dgm:t>
    </dgm:pt>
    <dgm:pt modelId="{19C6378C-F275-4EB4-B2AC-B716F903CC56}">
      <dgm:prSet phldrT="[Текст]"/>
      <dgm:spPr/>
      <dgm:t>
        <a:bodyPr/>
        <a:lstStyle/>
        <a:p>
          <a:r>
            <a:rPr lang="ru-RU" b="1" dirty="0" smtClean="0"/>
            <a:t>Проведение диагностических работ</a:t>
          </a:r>
          <a:endParaRPr lang="ru-RU" b="1" dirty="0"/>
        </a:p>
      </dgm:t>
    </dgm:pt>
    <dgm:pt modelId="{FC9C0A8C-18A5-49C7-93B3-FEE202FF90A7}" type="parTrans" cxnId="{2688D2FA-A8A4-4F76-8E89-98D02F31DF71}">
      <dgm:prSet/>
      <dgm:spPr/>
      <dgm:t>
        <a:bodyPr/>
        <a:lstStyle/>
        <a:p>
          <a:endParaRPr lang="ru-RU"/>
        </a:p>
      </dgm:t>
    </dgm:pt>
    <dgm:pt modelId="{691D63FF-D52C-4B89-9443-E1EA25EE9A10}" type="sibTrans" cxnId="{2688D2FA-A8A4-4F76-8E89-98D02F31DF71}">
      <dgm:prSet/>
      <dgm:spPr/>
      <dgm:t>
        <a:bodyPr/>
        <a:lstStyle/>
        <a:p>
          <a:endParaRPr lang="ru-RU"/>
        </a:p>
      </dgm:t>
    </dgm:pt>
    <dgm:pt modelId="{7DEF859C-8DAE-43C0-ADBD-DFB3E152FFB5}">
      <dgm:prSet phldrT="[Текст]"/>
      <dgm:spPr/>
      <dgm:t>
        <a:bodyPr/>
        <a:lstStyle/>
        <a:p>
          <a:r>
            <a:rPr lang="ru-RU" b="1" dirty="0" smtClean="0"/>
            <a:t>Формирование наряда для устранения отказа</a:t>
          </a:r>
          <a:endParaRPr lang="ru-RU" dirty="0"/>
        </a:p>
      </dgm:t>
    </dgm:pt>
    <dgm:pt modelId="{AFC08384-F62E-4D4A-AAA8-095145C5223E}" type="parTrans" cxnId="{44FEECCF-B46A-45CA-A46D-981BCAE5D050}">
      <dgm:prSet/>
      <dgm:spPr/>
      <dgm:t>
        <a:bodyPr/>
        <a:lstStyle/>
        <a:p>
          <a:endParaRPr lang="ru-RU"/>
        </a:p>
      </dgm:t>
    </dgm:pt>
    <dgm:pt modelId="{0C15F66C-BD66-4B2B-9244-53E566D25B5E}" type="sibTrans" cxnId="{44FEECCF-B46A-45CA-A46D-981BCAE5D050}">
      <dgm:prSet/>
      <dgm:spPr/>
      <dgm:t>
        <a:bodyPr/>
        <a:lstStyle/>
        <a:p>
          <a:endParaRPr lang="ru-RU"/>
        </a:p>
      </dgm:t>
    </dgm:pt>
    <dgm:pt modelId="{FB830AA0-962B-492F-BCE8-171228E13516}">
      <dgm:prSet phldrT="[Текст]"/>
      <dgm:spPr/>
      <dgm:t>
        <a:bodyPr/>
        <a:lstStyle/>
        <a:p>
          <a:r>
            <a:rPr lang="ru-RU" b="1" dirty="0" smtClean="0"/>
            <a:t>Анализ отказа</a:t>
          </a:r>
          <a:endParaRPr lang="ru-RU" b="1" dirty="0"/>
        </a:p>
      </dgm:t>
    </dgm:pt>
    <dgm:pt modelId="{38B2477A-B88B-4741-92E8-3AB4C1F71BF2}" type="parTrans" cxnId="{E7D03068-B142-4645-8CA6-B5952FF4EE23}">
      <dgm:prSet/>
      <dgm:spPr/>
      <dgm:t>
        <a:bodyPr/>
        <a:lstStyle/>
        <a:p>
          <a:endParaRPr lang="ru-RU"/>
        </a:p>
      </dgm:t>
    </dgm:pt>
    <dgm:pt modelId="{F9D56F8B-18F3-4E23-9503-AC181697D4FA}" type="sibTrans" cxnId="{E7D03068-B142-4645-8CA6-B5952FF4EE23}">
      <dgm:prSet/>
      <dgm:spPr/>
      <dgm:t>
        <a:bodyPr/>
        <a:lstStyle/>
        <a:p>
          <a:endParaRPr lang="ru-RU"/>
        </a:p>
      </dgm:t>
    </dgm:pt>
    <dgm:pt modelId="{3823FFC8-2E66-463F-8074-500EB768EB36}">
      <dgm:prSet phldrT="[Текст]"/>
      <dgm:spPr/>
      <dgm:t>
        <a:bodyPr/>
        <a:lstStyle/>
        <a:p>
          <a:r>
            <a:rPr lang="ru-RU" b="1" dirty="0" smtClean="0"/>
            <a:t>Корректировка ТОРО</a:t>
          </a:r>
          <a:endParaRPr lang="ru-RU" dirty="0"/>
        </a:p>
      </dgm:t>
    </dgm:pt>
    <dgm:pt modelId="{FDD36EFA-495C-4510-8403-C2D638B6E6D5}" type="parTrans" cxnId="{BE3B4B6C-DECD-4B9E-962F-3F3BF49FE376}">
      <dgm:prSet/>
      <dgm:spPr/>
      <dgm:t>
        <a:bodyPr/>
        <a:lstStyle/>
        <a:p>
          <a:endParaRPr lang="ru-RU"/>
        </a:p>
      </dgm:t>
    </dgm:pt>
    <dgm:pt modelId="{5CA6007B-A1B7-45CB-A824-6F486BBA0EA7}" type="sibTrans" cxnId="{BE3B4B6C-DECD-4B9E-962F-3F3BF49FE376}">
      <dgm:prSet/>
      <dgm:spPr/>
      <dgm:t>
        <a:bodyPr/>
        <a:lstStyle/>
        <a:p>
          <a:endParaRPr lang="ru-RU"/>
        </a:p>
      </dgm:t>
    </dgm:pt>
    <dgm:pt modelId="{B737A73C-C6DB-4F7A-A3EC-B6843BE623FD}" type="pres">
      <dgm:prSet presAssocID="{B453BA31-ACA8-4237-9F65-8A8F99838656}" presName="Name0" presStyleCnt="0">
        <dgm:presLayoutVars>
          <dgm:dir/>
          <dgm:resizeHandles/>
        </dgm:presLayoutVars>
      </dgm:prSet>
      <dgm:spPr/>
      <dgm:t>
        <a:bodyPr/>
        <a:lstStyle/>
        <a:p>
          <a:endParaRPr lang="ru-RU"/>
        </a:p>
      </dgm:t>
    </dgm:pt>
    <dgm:pt modelId="{B8C3417D-7811-463C-B74C-B750066972E9}" type="pres">
      <dgm:prSet presAssocID="{DFCA0F5D-CA72-43CB-8450-FC8CFE6D60E6}" presName="compNode" presStyleCnt="0"/>
      <dgm:spPr/>
    </dgm:pt>
    <dgm:pt modelId="{43F08117-A322-4F07-8BA4-590EADD9E68F}" type="pres">
      <dgm:prSet presAssocID="{DFCA0F5D-CA72-43CB-8450-FC8CFE6D60E6}" presName="dummyConnPt" presStyleCnt="0"/>
      <dgm:spPr/>
    </dgm:pt>
    <dgm:pt modelId="{09E1495B-BB4A-4CAA-9AF8-C3E65E74A7E6}" type="pres">
      <dgm:prSet presAssocID="{DFCA0F5D-CA72-43CB-8450-FC8CFE6D60E6}" presName="node" presStyleLbl="node1" presStyleIdx="0" presStyleCnt="9">
        <dgm:presLayoutVars>
          <dgm:bulletEnabled val="1"/>
        </dgm:presLayoutVars>
      </dgm:prSet>
      <dgm:spPr/>
      <dgm:t>
        <a:bodyPr/>
        <a:lstStyle/>
        <a:p>
          <a:endParaRPr lang="ru-RU"/>
        </a:p>
      </dgm:t>
    </dgm:pt>
    <dgm:pt modelId="{0D6ADFB3-A139-4723-8536-ED75C9C2ED64}" type="pres">
      <dgm:prSet presAssocID="{B8619CFD-B89A-4DA2-A0AF-560866C40E68}" presName="sibTrans" presStyleLbl="bgSibTrans2D1" presStyleIdx="0" presStyleCnt="8"/>
      <dgm:spPr/>
      <dgm:t>
        <a:bodyPr/>
        <a:lstStyle/>
        <a:p>
          <a:endParaRPr lang="ru-RU"/>
        </a:p>
      </dgm:t>
    </dgm:pt>
    <dgm:pt modelId="{692B2608-2B2D-4533-BECD-55D02C79D1C3}" type="pres">
      <dgm:prSet presAssocID="{E667B2AF-BA7B-452D-8E49-82AD42F2EF9D}" presName="compNode" presStyleCnt="0"/>
      <dgm:spPr/>
    </dgm:pt>
    <dgm:pt modelId="{E77E1C0B-2733-4426-9111-A3BA52A4D1E7}" type="pres">
      <dgm:prSet presAssocID="{E667B2AF-BA7B-452D-8E49-82AD42F2EF9D}" presName="dummyConnPt" presStyleCnt="0"/>
      <dgm:spPr/>
    </dgm:pt>
    <dgm:pt modelId="{B3005197-659F-416B-A160-1DEF2B776BFF}" type="pres">
      <dgm:prSet presAssocID="{E667B2AF-BA7B-452D-8E49-82AD42F2EF9D}" presName="node" presStyleLbl="node1" presStyleIdx="1" presStyleCnt="9">
        <dgm:presLayoutVars>
          <dgm:bulletEnabled val="1"/>
        </dgm:presLayoutVars>
      </dgm:prSet>
      <dgm:spPr/>
      <dgm:t>
        <a:bodyPr/>
        <a:lstStyle/>
        <a:p>
          <a:endParaRPr lang="ru-RU"/>
        </a:p>
      </dgm:t>
    </dgm:pt>
    <dgm:pt modelId="{8A999AD9-6AD8-488F-B308-782860C8043A}" type="pres">
      <dgm:prSet presAssocID="{5F41D70C-51B8-46A1-B3F7-1B79D822E520}" presName="sibTrans" presStyleLbl="bgSibTrans2D1" presStyleIdx="1" presStyleCnt="8"/>
      <dgm:spPr/>
      <dgm:t>
        <a:bodyPr/>
        <a:lstStyle/>
        <a:p>
          <a:endParaRPr lang="ru-RU"/>
        </a:p>
      </dgm:t>
    </dgm:pt>
    <dgm:pt modelId="{A0DB5F0E-5790-4EE2-A1A8-ED7A1625A8FC}" type="pres">
      <dgm:prSet presAssocID="{7A18BC36-2557-4CD8-B758-C25670D5CA7D}" presName="compNode" presStyleCnt="0"/>
      <dgm:spPr/>
    </dgm:pt>
    <dgm:pt modelId="{F59AC3A9-0D9C-4DE5-AC7F-E7107C7C621A}" type="pres">
      <dgm:prSet presAssocID="{7A18BC36-2557-4CD8-B758-C25670D5CA7D}" presName="dummyConnPt" presStyleCnt="0"/>
      <dgm:spPr/>
    </dgm:pt>
    <dgm:pt modelId="{33E4613C-AA27-4AAF-BF53-DB76F90E3512}" type="pres">
      <dgm:prSet presAssocID="{7A18BC36-2557-4CD8-B758-C25670D5CA7D}" presName="node" presStyleLbl="node1" presStyleIdx="2" presStyleCnt="9">
        <dgm:presLayoutVars>
          <dgm:bulletEnabled val="1"/>
        </dgm:presLayoutVars>
      </dgm:prSet>
      <dgm:spPr/>
      <dgm:t>
        <a:bodyPr/>
        <a:lstStyle/>
        <a:p>
          <a:endParaRPr lang="ru-RU"/>
        </a:p>
      </dgm:t>
    </dgm:pt>
    <dgm:pt modelId="{4CDDCB5A-7FC9-4C6C-8465-3DEB56B71377}" type="pres">
      <dgm:prSet presAssocID="{04937010-D773-414A-82CC-A313AFD2053A}" presName="sibTrans" presStyleLbl="bgSibTrans2D1" presStyleIdx="2" presStyleCnt="8"/>
      <dgm:spPr/>
      <dgm:t>
        <a:bodyPr/>
        <a:lstStyle/>
        <a:p>
          <a:endParaRPr lang="ru-RU"/>
        </a:p>
      </dgm:t>
    </dgm:pt>
    <dgm:pt modelId="{6993BF18-4025-4147-8838-910EA00C725E}" type="pres">
      <dgm:prSet presAssocID="{6839E60C-B057-450F-9823-7FDBE88363FC}" presName="compNode" presStyleCnt="0"/>
      <dgm:spPr/>
    </dgm:pt>
    <dgm:pt modelId="{7C8AE255-C053-4AF9-B2F1-924AE34757A4}" type="pres">
      <dgm:prSet presAssocID="{6839E60C-B057-450F-9823-7FDBE88363FC}" presName="dummyConnPt" presStyleCnt="0"/>
      <dgm:spPr/>
    </dgm:pt>
    <dgm:pt modelId="{FF168E04-CB5F-4F5A-9DDD-7C3AA2AFE275}" type="pres">
      <dgm:prSet presAssocID="{6839E60C-B057-450F-9823-7FDBE88363FC}" presName="node" presStyleLbl="node1" presStyleIdx="3" presStyleCnt="9">
        <dgm:presLayoutVars>
          <dgm:bulletEnabled val="1"/>
        </dgm:presLayoutVars>
      </dgm:prSet>
      <dgm:spPr/>
      <dgm:t>
        <a:bodyPr/>
        <a:lstStyle/>
        <a:p>
          <a:endParaRPr lang="ru-RU"/>
        </a:p>
      </dgm:t>
    </dgm:pt>
    <dgm:pt modelId="{99B3F8B1-2CF9-4B7C-A07F-95FD454FE81B}" type="pres">
      <dgm:prSet presAssocID="{C58C0899-F86E-44D9-B2D5-CC0EBE025A78}" presName="sibTrans" presStyleLbl="bgSibTrans2D1" presStyleIdx="3" presStyleCnt="8"/>
      <dgm:spPr/>
      <dgm:t>
        <a:bodyPr/>
        <a:lstStyle/>
        <a:p>
          <a:endParaRPr lang="ru-RU"/>
        </a:p>
      </dgm:t>
    </dgm:pt>
    <dgm:pt modelId="{AAD3D752-BF51-4BBA-8EC7-8A22ECB06291}" type="pres">
      <dgm:prSet presAssocID="{D3A91AAE-93C8-484F-9EDD-DF1B3F429398}" presName="compNode" presStyleCnt="0"/>
      <dgm:spPr/>
    </dgm:pt>
    <dgm:pt modelId="{49914FC7-BDB8-43C1-9CEE-02AF6B536B13}" type="pres">
      <dgm:prSet presAssocID="{D3A91AAE-93C8-484F-9EDD-DF1B3F429398}" presName="dummyConnPt" presStyleCnt="0"/>
      <dgm:spPr/>
    </dgm:pt>
    <dgm:pt modelId="{E1C126A3-7AF5-4387-8D60-54699E6C8515}" type="pres">
      <dgm:prSet presAssocID="{D3A91AAE-93C8-484F-9EDD-DF1B3F429398}" presName="node" presStyleLbl="node1" presStyleIdx="4" presStyleCnt="9">
        <dgm:presLayoutVars>
          <dgm:bulletEnabled val="1"/>
        </dgm:presLayoutVars>
      </dgm:prSet>
      <dgm:spPr/>
      <dgm:t>
        <a:bodyPr/>
        <a:lstStyle/>
        <a:p>
          <a:endParaRPr lang="ru-RU"/>
        </a:p>
      </dgm:t>
    </dgm:pt>
    <dgm:pt modelId="{21AF5E54-E9E8-4B72-9EEF-9BA664E8424F}" type="pres">
      <dgm:prSet presAssocID="{39A96F7C-9284-4421-82D8-37A435DD7449}" presName="sibTrans" presStyleLbl="bgSibTrans2D1" presStyleIdx="4" presStyleCnt="8"/>
      <dgm:spPr/>
      <dgm:t>
        <a:bodyPr/>
        <a:lstStyle/>
        <a:p>
          <a:endParaRPr lang="ru-RU"/>
        </a:p>
      </dgm:t>
    </dgm:pt>
    <dgm:pt modelId="{20BE1F0F-C7BB-46A3-82C0-31BED3F0B44F}" type="pres">
      <dgm:prSet presAssocID="{19C6378C-F275-4EB4-B2AC-B716F903CC56}" presName="compNode" presStyleCnt="0"/>
      <dgm:spPr/>
    </dgm:pt>
    <dgm:pt modelId="{E1B12B7A-FEED-4C1D-9364-E275E52F7FFD}" type="pres">
      <dgm:prSet presAssocID="{19C6378C-F275-4EB4-B2AC-B716F903CC56}" presName="dummyConnPt" presStyleCnt="0"/>
      <dgm:spPr/>
    </dgm:pt>
    <dgm:pt modelId="{6DED3CF7-D5CD-4EFE-835B-650B8DE6B4FF}" type="pres">
      <dgm:prSet presAssocID="{19C6378C-F275-4EB4-B2AC-B716F903CC56}" presName="node" presStyleLbl="node1" presStyleIdx="5" presStyleCnt="9">
        <dgm:presLayoutVars>
          <dgm:bulletEnabled val="1"/>
        </dgm:presLayoutVars>
      </dgm:prSet>
      <dgm:spPr/>
      <dgm:t>
        <a:bodyPr/>
        <a:lstStyle/>
        <a:p>
          <a:endParaRPr lang="ru-RU"/>
        </a:p>
      </dgm:t>
    </dgm:pt>
    <dgm:pt modelId="{D5327DC6-64C8-4EC9-B457-2B869205AAC5}" type="pres">
      <dgm:prSet presAssocID="{691D63FF-D52C-4B89-9443-E1EA25EE9A10}" presName="sibTrans" presStyleLbl="bgSibTrans2D1" presStyleIdx="5" presStyleCnt="8"/>
      <dgm:spPr/>
      <dgm:t>
        <a:bodyPr/>
        <a:lstStyle/>
        <a:p>
          <a:endParaRPr lang="ru-RU"/>
        </a:p>
      </dgm:t>
    </dgm:pt>
    <dgm:pt modelId="{94145C5D-143A-4D86-A77E-A5C76C68C88E}" type="pres">
      <dgm:prSet presAssocID="{7DEF859C-8DAE-43C0-ADBD-DFB3E152FFB5}" presName="compNode" presStyleCnt="0"/>
      <dgm:spPr/>
    </dgm:pt>
    <dgm:pt modelId="{3A65B427-4E92-4DA5-94B4-3A0B5959AEC1}" type="pres">
      <dgm:prSet presAssocID="{7DEF859C-8DAE-43C0-ADBD-DFB3E152FFB5}" presName="dummyConnPt" presStyleCnt="0"/>
      <dgm:spPr/>
    </dgm:pt>
    <dgm:pt modelId="{2CD02DDB-881E-40DA-B581-F3D8DA378F34}" type="pres">
      <dgm:prSet presAssocID="{7DEF859C-8DAE-43C0-ADBD-DFB3E152FFB5}" presName="node" presStyleLbl="node1" presStyleIdx="6" presStyleCnt="9">
        <dgm:presLayoutVars>
          <dgm:bulletEnabled val="1"/>
        </dgm:presLayoutVars>
      </dgm:prSet>
      <dgm:spPr/>
      <dgm:t>
        <a:bodyPr/>
        <a:lstStyle/>
        <a:p>
          <a:endParaRPr lang="ru-RU"/>
        </a:p>
      </dgm:t>
    </dgm:pt>
    <dgm:pt modelId="{2FD96F58-5053-49AA-A7F2-A1412D720B47}" type="pres">
      <dgm:prSet presAssocID="{0C15F66C-BD66-4B2B-9244-53E566D25B5E}" presName="sibTrans" presStyleLbl="bgSibTrans2D1" presStyleIdx="6" presStyleCnt="8"/>
      <dgm:spPr/>
      <dgm:t>
        <a:bodyPr/>
        <a:lstStyle/>
        <a:p>
          <a:endParaRPr lang="ru-RU"/>
        </a:p>
      </dgm:t>
    </dgm:pt>
    <dgm:pt modelId="{6A490825-557B-423D-900B-BE0DB9FB442E}" type="pres">
      <dgm:prSet presAssocID="{FB830AA0-962B-492F-BCE8-171228E13516}" presName="compNode" presStyleCnt="0"/>
      <dgm:spPr/>
    </dgm:pt>
    <dgm:pt modelId="{E391AFAD-462B-42E9-AD1F-C673DA3C7B58}" type="pres">
      <dgm:prSet presAssocID="{FB830AA0-962B-492F-BCE8-171228E13516}" presName="dummyConnPt" presStyleCnt="0"/>
      <dgm:spPr/>
    </dgm:pt>
    <dgm:pt modelId="{F15CB334-7A96-4428-AC34-2E8B84E32D4A}" type="pres">
      <dgm:prSet presAssocID="{FB830AA0-962B-492F-BCE8-171228E13516}" presName="node" presStyleLbl="node1" presStyleIdx="7" presStyleCnt="9" custLinFactNeighborX="4415" custLinFactNeighborY="-348">
        <dgm:presLayoutVars>
          <dgm:bulletEnabled val="1"/>
        </dgm:presLayoutVars>
      </dgm:prSet>
      <dgm:spPr/>
      <dgm:t>
        <a:bodyPr/>
        <a:lstStyle/>
        <a:p>
          <a:endParaRPr lang="ru-RU"/>
        </a:p>
      </dgm:t>
    </dgm:pt>
    <dgm:pt modelId="{7502EF6E-C2D8-4F12-A4DF-82762CF106A5}" type="pres">
      <dgm:prSet presAssocID="{F9D56F8B-18F3-4E23-9503-AC181697D4FA}" presName="sibTrans" presStyleLbl="bgSibTrans2D1" presStyleIdx="7" presStyleCnt="8"/>
      <dgm:spPr/>
      <dgm:t>
        <a:bodyPr/>
        <a:lstStyle/>
        <a:p>
          <a:endParaRPr lang="ru-RU"/>
        </a:p>
      </dgm:t>
    </dgm:pt>
    <dgm:pt modelId="{31C77B30-BC62-47F6-BB51-79AB86AE553A}" type="pres">
      <dgm:prSet presAssocID="{3823FFC8-2E66-463F-8074-500EB768EB36}" presName="compNode" presStyleCnt="0"/>
      <dgm:spPr/>
    </dgm:pt>
    <dgm:pt modelId="{8845339F-C4EC-4983-BCC1-39F322B325AE}" type="pres">
      <dgm:prSet presAssocID="{3823FFC8-2E66-463F-8074-500EB768EB36}" presName="dummyConnPt" presStyleCnt="0"/>
      <dgm:spPr/>
    </dgm:pt>
    <dgm:pt modelId="{D49CEB1E-0220-4074-9433-4D4EEE357875}" type="pres">
      <dgm:prSet presAssocID="{3823FFC8-2E66-463F-8074-500EB768EB36}" presName="node" presStyleLbl="node1" presStyleIdx="8" presStyleCnt="9">
        <dgm:presLayoutVars>
          <dgm:bulletEnabled val="1"/>
        </dgm:presLayoutVars>
      </dgm:prSet>
      <dgm:spPr/>
      <dgm:t>
        <a:bodyPr/>
        <a:lstStyle/>
        <a:p>
          <a:endParaRPr lang="ru-RU"/>
        </a:p>
      </dgm:t>
    </dgm:pt>
  </dgm:ptLst>
  <dgm:cxnLst>
    <dgm:cxn modelId="{E7D03068-B142-4645-8CA6-B5952FF4EE23}" srcId="{B453BA31-ACA8-4237-9F65-8A8F99838656}" destId="{FB830AA0-962B-492F-BCE8-171228E13516}" srcOrd="7" destOrd="0" parTransId="{38B2477A-B88B-4741-92E8-3AB4C1F71BF2}" sibTransId="{F9D56F8B-18F3-4E23-9503-AC181697D4FA}"/>
    <dgm:cxn modelId="{E8382535-E1EB-494A-9EE3-9C3A50B0D235}" type="presOf" srcId="{B453BA31-ACA8-4237-9F65-8A8F99838656}" destId="{B737A73C-C6DB-4F7A-A3EC-B6843BE623FD}" srcOrd="0" destOrd="0" presId="urn:microsoft.com/office/officeart/2005/8/layout/bProcess4"/>
    <dgm:cxn modelId="{85E8C795-F8C0-475B-B95F-62A267DE8996}" type="presOf" srcId="{D3A91AAE-93C8-484F-9EDD-DF1B3F429398}" destId="{E1C126A3-7AF5-4387-8D60-54699E6C8515}" srcOrd="0" destOrd="0" presId="urn:microsoft.com/office/officeart/2005/8/layout/bProcess4"/>
    <dgm:cxn modelId="{D410B191-3CB9-4DA2-8F40-C098C6E410E5}" type="presOf" srcId="{3823FFC8-2E66-463F-8074-500EB768EB36}" destId="{D49CEB1E-0220-4074-9433-4D4EEE357875}" srcOrd="0" destOrd="0" presId="urn:microsoft.com/office/officeart/2005/8/layout/bProcess4"/>
    <dgm:cxn modelId="{44FEECCF-B46A-45CA-A46D-981BCAE5D050}" srcId="{B453BA31-ACA8-4237-9F65-8A8F99838656}" destId="{7DEF859C-8DAE-43C0-ADBD-DFB3E152FFB5}" srcOrd="6" destOrd="0" parTransId="{AFC08384-F62E-4D4A-AAA8-095145C5223E}" sibTransId="{0C15F66C-BD66-4B2B-9244-53E566D25B5E}"/>
    <dgm:cxn modelId="{7AFFAA7E-9B51-4FF2-814D-122E764AF8F5}" srcId="{B453BA31-ACA8-4237-9F65-8A8F99838656}" destId="{E667B2AF-BA7B-452D-8E49-82AD42F2EF9D}" srcOrd="1" destOrd="0" parTransId="{4C7EF20A-17C3-468D-94E9-45A034CBB918}" sibTransId="{5F41D70C-51B8-46A1-B3F7-1B79D822E520}"/>
    <dgm:cxn modelId="{1825C9F0-0729-40C6-954C-78945AAF0A09}" type="presOf" srcId="{691D63FF-D52C-4B89-9443-E1EA25EE9A10}" destId="{D5327DC6-64C8-4EC9-B457-2B869205AAC5}" srcOrd="0" destOrd="0" presId="urn:microsoft.com/office/officeart/2005/8/layout/bProcess4"/>
    <dgm:cxn modelId="{78905196-9C4F-4A26-842F-452031F125CC}" srcId="{B453BA31-ACA8-4237-9F65-8A8F99838656}" destId="{7A18BC36-2557-4CD8-B758-C25670D5CA7D}" srcOrd="2" destOrd="0" parTransId="{9270C7E6-42EE-47F1-85DB-87B021D56E17}" sibTransId="{04937010-D773-414A-82CC-A313AFD2053A}"/>
    <dgm:cxn modelId="{A2F0D91F-0AC0-4885-8AFF-01D818D9A745}" type="presOf" srcId="{DFCA0F5D-CA72-43CB-8450-FC8CFE6D60E6}" destId="{09E1495B-BB4A-4CAA-9AF8-C3E65E74A7E6}" srcOrd="0" destOrd="0" presId="urn:microsoft.com/office/officeart/2005/8/layout/bProcess4"/>
    <dgm:cxn modelId="{98AD1933-9E9F-4DC7-8421-D43ED267E2D5}" type="presOf" srcId="{7DEF859C-8DAE-43C0-ADBD-DFB3E152FFB5}" destId="{2CD02DDB-881E-40DA-B581-F3D8DA378F34}" srcOrd="0" destOrd="0" presId="urn:microsoft.com/office/officeart/2005/8/layout/bProcess4"/>
    <dgm:cxn modelId="{C84C0EA3-F006-4AE4-8507-67E44F09D4A3}" type="presOf" srcId="{5F41D70C-51B8-46A1-B3F7-1B79D822E520}" destId="{8A999AD9-6AD8-488F-B308-782860C8043A}" srcOrd="0" destOrd="0" presId="urn:microsoft.com/office/officeart/2005/8/layout/bProcess4"/>
    <dgm:cxn modelId="{4C6AF6CC-B8D3-4DF6-AD3E-BA00812E0474}" type="presOf" srcId="{B8619CFD-B89A-4DA2-A0AF-560866C40E68}" destId="{0D6ADFB3-A139-4723-8536-ED75C9C2ED64}" srcOrd="0" destOrd="0" presId="urn:microsoft.com/office/officeart/2005/8/layout/bProcess4"/>
    <dgm:cxn modelId="{E8499030-462E-4783-82E1-B07EFD3CAC96}" type="presOf" srcId="{0C15F66C-BD66-4B2B-9244-53E566D25B5E}" destId="{2FD96F58-5053-49AA-A7F2-A1412D720B47}" srcOrd="0" destOrd="0" presId="urn:microsoft.com/office/officeart/2005/8/layout/bProcess4"/>
    <dgm:cxn modelId="{2688D2FA-A8A4-4F76-8E89-98D02F31DF71}" srcId="{B453BA31-ACA8-4237-9F65-8A8F99838656}" destId="{19C6378C-F275-4EB4-B2AC-B716F903CC56}" srcOrd="5" destOrd="0" parTransId="{FC9C0A8C-18A5-49C7-93B3-FEE202FF90A7}" sibTransId="{691D63FF-D52C-4B89-9443-E1EA25EE9A10}"/>
    <dgm:cxn modelId="{243FCE7B-1D1C-4232-91EA-497D036ABD47}" srcId="{B453BA31-ACA8-4237-9F65-8A8F99838656}" destId="{D3A91AAE-93C8-484F-9EDD-DF1B3F429398}" srcOrd="4" destOrd="0" parTransId="{D86A89C3-BAD6-44CB-B98E-020A72EA89ED}" sibTransId="{39A96F7C-9284-4421-82D8-37A435DD7449}"/>
    <dgm:cxn modelId="{679FA271-3EC8-4786-A5FA-8FD6952528F6}" type="presOf" srcId="{E667B2AF-BA7B-452D-8E49-82AD42F2EF9D}" destId="{B3005197-659F-416B-A160-1DEF2B776BFF}" srcOrd="0" destOrd="0" presId="urn:microsoft.com/office/officeart/2005/8/layout/bProcess4"/>
    <dgm:cxn modelId="{C8B9B536-F101-4270-AF17-6FC30CCBB283}" srcId="{B453BA31-ACA8-4237-9F65-8A8F99838656}" destId="{DFCA0F5D-CA72-43CB-8450-FC8CFE6D60E6}" srcOrd="0" destOrd="0" parTransId="{6A9BCD57-E665-44B3-907C-85398EFF19C2}" sibTransId="{B8619CFD-B89A-4DA2-A0AF-560866C40E68}"/>
    <dgm:cxn modelId="{E33CE852-CEDD-4137-91C2-BF33C5B68209}" type="presOf" srcId="{7A18BC36-2557-4CD8-B758-C25670D5CA7D}" destId="{33E4613C-AA27-4AAF-BF53-DB76F90E3512}" srcOrd="0" destOrd="0" presId="urn:microsoft.com/office/officeart/2005/8/layout/bProcess4"/>
    <dgm:cxn modelId="{BE3B4B6C-DECD-4B9E-962F-3F3BF49FE376}" srcId="{B453BA31-ACA8-4237-9F65-8A8F99838656}" destId="{3823FFC8-2E66-463F-8074-500EB768EB36}" srcOrd="8" destOrd="0" parTransId="{FDD36EFA-495C-4510-8403-C2D638B6E6D5}" sibTransId="{5CA6007B-A1B7-45CB-A824-6F486BBA0EA7}"/>
    <dgm:cxn modelId="{09529AFD-D229-4081-ABB4-177FA8E7CEF2}" type="presOf" srcId="{C58C0899-F86E-44D9-B2D5-CC0EBE025A78}" destId="{99B3F8B1-2CF9-4B7C-A07F-95FD454FE81B}" srcOrd="0" destOrd="0" presId="urn:microsoft.com/office/officeart/2005/8/layout/bProcess4"/>
    <dgm:cxn modelId="{A52CEAA5-A2AA-4715-BCB9-45D3CE88E3F7}" type="presOf" srcId="{FB830AA0-962B-492F-BCE8-171228E13516}" destId="{F15CB334-7A96-4428-AC34-2E8B84E32D4A}" srcOrd="0" destOrd="0" presId="urn:microsoft.com/office/officeart/2005/8/layout/bProcess4"/>
    <dgm:cxn modelId="{AC02FA31-D0AF-4B04-B961-8649A0A0C44E}" type="presOf" srcId="{39A96F7C-9284-4421-82D8-37A435DD7449}" destId="{21AF5E54-E9E8-4B72-9EEF-9BA664E8424F}" srcOrd="0" destOrd="0" presId="urn:microsoft.com/office/officeart/2005/8/layout/bProcess4"/>
    <dgm:cxn modelId="{41245E52-8262-49B4-AEB3-96D8849D0DD3}" type="presOf" srcId="{19C6378C-F275-4EB4-B2AC-B716F903CC56}" destId="{6DED3CF7-D5CD-4EFE-835B-650B8DE6B4FF}" srcOrd="0" destOrd="0" presId="urn:microsoft.com/office/officeart/2005/8/layout/bProcess4"/>
    <dgm:cxn modelId="{5061D8B0-139A-47E9-BAD7-7786109F6E8F}" type="presOf" srcId="{04937010-D773-414A-82CC-A313AFD2053A}" destId="{4CDDCB5A-7FC9-4C6C-8465-3DEB56B71377}" srcOrd="0" destOrd="0" presId="urn:microsoft.com/office/officeart/2005/8/layout/bProcess4"/>
    <dgm:cxn modelId="{2A5B979B-0BA8-4EE5-83CA-39A4FCCEB9B4}" type="presOf" srcId="{6839E60C-B057-450F-9823-7FDBE88363FC}" destId="{FF168E04-CB5F-4F5A-9DDD-7C3AA2AFE275}" srcOrd="0" destOrd="0" presId="urn:microsoft.com/office/officeart/2005/8/layout/bProcess4"/>
    <dgm:cxn modelId="{B602D4BC-545F-4A48-97C3-057F11849B98}" srcId="{B453BA31-ACA8-4237-9F65-8A8F99838656}" destId="{6839E60C-B057-450F-9823-7FDBE88363FC}" srcOrd="3" destOrd="0" parTransId="{83ABBBD0-5280-40DC-93A8-7A42051149AA}" sibTransId="{C58C0899-F86E-44D9-B2D5-CC0EBE025A78}"/>
    <dgm:cxn modelId="{567AF098-C7CE-4003-8130-E4AF2805A738}" type="presOf" srcId="{F9D56F8B-18F3-4E23-9503-AC181697D4FA}" destId="{7502EF6E-C2D8-4F12-A4DF-82762CF106A5}" srcOrd="0" destOrd="0" presId="urn:microsoft.com/office/officeart/2005/8/layout/bProcess4"/>
    <dgm:cxn modelId="{33861ED9-08D6-4C11-8185-471688439633}" type="presParOf" srcId="{B737A73C-C6DB-4F7A-A3EC-B6843BE623FD}" destId="{B8C3417D-7811-463C-B74C-B750066972E9}" srcOrd="0" destOrd="0" presId="urn:microsoft.com/office/officeart/2005/8/layout/bProcess4"/>
    <dgm:cxn modelId="{8F493698-D5F5-4744-9886-E6E997E7130E}" type="presParOf" srcId="{B8C3417D-7811-463C-B74C-B750066972E9}" destId="{43F08117-A322-4F07-8BA4-590EADD9E68F}" srcOrd="0" destOrd="0" presId="urn:microsoft.com/office/officeart/2005/8/layout/bProcess4"/>
    <dgm:cxn modelId="{6C2D32CD-9479-4BC9-8735-2E6CFF3777CC}" type="presParOf" srcId="{B8C3417D-7811-463C-B74C-B750066972E9}" destId="{09E1495B-BB4A-4CAA-9AF8-C3E65E74A7E6}" srcOrd="1" destOrd="0" presId="urn:microsoft.com/office/officeart/2005/8/layout/bProcess4"/>
    <dgm:cxn modelId="{1712C2B7-A7FF-4133-B893-088DC172C8B4}" type="presParOf" srcId="{B737A73C-C6DB-4F7A-A3EC-B6843BE623FD}" destId="{0D6ADFB3-A139-4723-8536-ED75C9C2ED64}" srcOrd="1" destOrd="0" presId="urn:microsoft.com/office/officeart/2005/8/layout/bProcess4"/>
    <dgm:cxn modelId="{39314585-1C16-43D3-B2A6-EE8D6ED11C9C}" type="presParOf" srcId="{B737A73C-C6DB-4F7A-A3EC-B6843BE623FD}" destId="{692B2608-2B2D-4533-BECD-55D02C79D1C3}" srcOrd="2" destOrd="0" presId="urn:microsoft.com/office/officeart/2005/8/layout/bProcess4"/>
    <dgm:cxn modelId="{117F59BB-0AF6-496D-9C69-BB6D7689669E}" type="presParOf" srcId="{692B2608-2B2D-4533-BECD-55D02C79D1C3}" destId="{E77E1C0B-2733-4426-9111-A3BA52A4D1E7}" srcOrd="0" destOrd="0" presId="urn:microsoft.com/office/officeart/2005/8/layout/bProcess4"/>
    <dgm:cxn modelId="{544B5E89-045E-46B9-9A2F-830D6DB29C8A}" type="presParOf" srcId="{692B2608-2B2D-4533-BECD-55D02C79D1C3}" destId="{B3005197-659F-416B-A160-1DEF2B776BFF}" srcOrd="1" destOrd="0" presId="urn:microsoft.com/office/officeart/2005/8/layout/bProcess4"/>
    <dgm:cxn modelId="{95F6B5BF-F7DA-4668-88E4-1D0A6074F0BC}" type="presParOf" srcId="{B737A73C-C6DB-4F7A-A3EC-B6843BE623FD}" destId="{8A999AD9-6AD8-488F-B308-782860C8043A}" srcOrd="3" destOrd="0" presId="urn:microsoft.com/office/officeart/2005/8/layout/bProcess4"/>
    <dgm:cxn modelId="{96FE481F-1975-4123-890F-A4ACE3616C67}" type="presParOf" srcId="{B737A73C-C6DB-4F7A-A3EC-B6843BE623FD}" destId="{A0DB5F0E-5790-4EE2-A1A8-ED7A1625A8FC}" srcOrd="4" destOrd="0" presId="urn:microsoft.com/office/officeart/2005/8/layout/bProcess4"/>
    <dgm:cxn modelId="{34A505D8-AF7F-4D4E-9C61-3D74689FA9E6}" type="presParOf" srcId="{A0DB5F0E-5790-4EE2-A1A8-ED7A1625A8FC}" destId="{F59AC3A9-0D9C-4DE5-AC7F-E7107C7C621A}" srcOrd="0" destOrd="0" presId="urn:microsoft.com/office/officeart/2005/8/layout/bProcess4"/>
    <dgm:cxn modelId="{8F30C939-8377-431A-955E-9BB452933212}" type="presParOf" srcId="{A0DB5F0E-5790-4EE2-A1A8-ED7A1625A8FC}" destId="{33E4613C-AA27-4AAF-BF53-DB76F90E3512}" srcOrd="1" destOrd="0" presId="urn:microsoft.com/office/officeart/2005/8/layout/bProcess4"/>
    <dgm:cxn modelId="{2A652C76-D802-47F8-A460-E48F182B0BBB}" type="presParOf" srcId="{B737A73C-C6DB-4F7A-A3EC-B6843BE623FD}" destId="{4CDDCB5A-7FC9-4C6C-8465-3DEB56B71377}" srcOrd="5" destOrd="0" presId="urn:microsoft.com/office/officeart/2005/8/layout/bProcess4"/>
    <dgm:cxn modelId="{4C3D2D57-B410-44DD-A8A7-CF89A9A5679F}" type="presParOf" srcId="{B737A73C-C6DB-4F7A-A3EC-B6843BE623FD}" destId="{6993BF18-4025-4147-8838-910EA00C725E}" srcOrd="6" destOrd="0" presId="urn:microsoft.com/office/officeart/2005/8/layout/bProcess4"/>
    <dgm:cxn modelId="{BDAA8592-2B5A-4D1F-AEC0-A579816771BF}" type="presParOf" srcId="{6993BF18-4025-4147-8838-910EA00C725E}" destId="{7C8AE255-C053-4AF9-B2F1-924AE34757A4}" srcOrd="0" destOrd="0" presId="urn:microsoft.com/office/officeart/2005/8/layout/bProcess4"/>
    <dgm:cxn modelId="{2610B248-A4E8-495B-A1AC-29A656A12C8D}" type="presParOf" srcId="{6993BF18-4025-4147-8838-910EA00C725E}" destId="{FF168E04-CB5F-4F5A-9DDD-7C3AA2AFE275}" srcOrd="1" destOrd="0" presId="urn:microsoft.com/office/officeart/2005/8/layout/bProcess4"/>
    <dgm:cxn modelId="{BB5B8CDC-ADE3-4EBB-B161-3C93D992E382}" type="presParOf" srcId="{B737A73C-C6DB-4F7A-A3EC-B6843BE623FD}" destId="{99B3F8B1-2CF9-4B7C-A07F-95FD454FE81B}" srcOrd="7" destOrd="0" presId="urn:microsoft.com/office/officeart/2005/8/layout/bProcess4"/>
    <dgm:cxn modelId="{F4799117-D7CE-40A4-A8DA-FC19FF168577}" type="presParOf" srcId="{B737A73C-C6DB-4F7A-A3EC-B6843BE623FD}" destId="{AAD3D752-BF51-4BBA-8EC7-8A22ECB06291}" srcOrd="8" destOrd="0" presId="urn:microsoft.com/office/officeart/2005/8/layout/bProcess4"/>
    <dgm:cxn modelId="{94C485DE-A233-4B32-BC9F-0FF53DAEB3B1}" type="presParOf" srcId="{AAD3D752-BF51-4BBA-8EC7-8A22ECB06291}" destId="{49914FC7-BDB8-43C1-9CEE-02AF6B536B13}" srcOrd="0" destOrd="0" presId="urn:microsoft.com/office/officeart/2005/8/layout/bProcess4"/>
    <dgm:cxn modelId="{58640BA5-1EAA-45D2-BE95-CB60FF7F2AB6}" type="presParOf" srcId="{AAD3D752-BF51-4BBA-8EC7-8A22ECB06291}" destId="{E1C126A3-7AF5-4387-8D60-54699E6C8515}" srcOrd="1" destOrd="0" presId="urn:microsoft.com/office/officeart/2005/8/layout/bProcess4"/>
    <dgm:cxn modelId="{A70C7E0A-22C8-455A-A070-C6EEBBA3AE83}" type="presParOf" srcId="{B737A73C-C6DB-4F7A-A3EC-B6843BE623FD}" destId="{21AF5E54-E9E8-4B72-9EEF-9BA664E8424F}" srcOrd="9" destOrd="0" presId="urn:microsoft.com/office/officeart/2005/8/layout/bProcess4"/>
    <dgm:cxn modelId="{03131853-EE89-4AF6-9390-2CC5AC17F2F8}" type="presParOf" srcId="{B737A73C-C6DB-4F7A-A3EC-B6843BE623FD}" destId="{20BE1F0F-C7BB-46A3-82C0-31BED3F0B44F}" srcOrd="10" destOrd="0" presId="urn:microsoft.com/office/officeart/2005/8/layout/bProcess4"/>
    <dgm:cxn modelId="{58019D9E-5DAB-45C3-90B9-6E516E815449}" type="presParOf" srcId="{20BE1F0F-C7BB-46A3-82C0-31BED3F0B44F}" destId="{E1B12B7A-FEED-4C1D-9364-E275E52F7FFD}" srcOrd="0" destOrd="0" presId="urn:microsoft.com/office/officeart/2005/8/layout/bProcess4"/>
    <dgm:cxn modelId="{0E86914A-AF13-4865-BE70-31A632695BB1}" type="presParOf" srcId="{20BE1F0F-C7BB-46A3-82C0-31BED3F0B44F}" destId="{6DED3CF7-D5CD-4EFE-835B-650B8DE6B4FF}" srcOrd="1" destOrd="0" presId="urn:microsoft.com/office/officeart/2005/8/layout/bProcess4"/>
    <dgm:cxn modelId="{A8B0A0AE-D1F2-4A9A-9F95-64F97F511442}" type="presParOf" srcId="{B737A73C-C6DB-4F7A-A3EC-B6843BE623FD}" destId="{D5327DC6-64C8-4EC9-B457-2B869205AAC5}" srcOrd="11" destOrd="0" presId="urn:microsoft.com/office/officeart/2005/8/layout/bProcess4"/>
    <dgm:cxn modelId="{6EDAACC8-66FE-4A04-BEA1-51BFA3B6499E}" type="presParOf" srcId="{B737A73C-C6DB-4F7A-A3EC-B6843BE623FD}" destId="{94145C5D-143A-4D86-A77E-A5C76C68C88E}" srcOrd="12" destOrd="0" presId="urn:microsoft.com/office/officeart/2005/8/layout/bProcess4"/>
    <dgm:cxn modelId="{D492FAC9-1253-4DAE-A790-FC87E42E8169}" type="presParOf" srcId="{94145C5D-143A-4D86-A77E-A5C76C68C88E}" destId="{3A65B427-4E92-4DA5-94B4-3A0B5959AEC1}" srcOrd="0" destOrd="0" presId="urn:microsoft.com/office/officeart/2005/8/layout/bProcess4"/>
    <dgm:cxn modelId="{714C59BA-C4B4-4869-822A-B06FF8524348}" type="presParOf" srcId="{94145C5D-143A-4D86-A77E-A5C76C68C88E}" destId="{2CD02DDB-881E-40DA-B581-F3D8DA378F34}" srcOrd="1" destOrd="0" presId="urn:microsoft.com/office/officeart/2005/8/layout/bProcess4"/>
    <dgm:cxn modelId="{AE108B63-9EAC-4F12-9F5F-69843B60EA31}" type="presParOf" srcId="{B737A73C-C6DB-4F7A-A3EC-B6843BE623FD}" destId="{2FD96F58-5053-49AA-A7F2-A1412D720B47}" srcOrd="13" destOrd="0" presId="urn:microsoft.com/office/officeart/2005/8/layout/bProcess4"/>
    <dgm:cxn modelId="{4813E743-258E-4665-8023-9CC318D739C5}" type="presParOf" srcId="{B737A73C-C6DB-4F7A-A3EC-B6843BE623FD}" destId="{6A490825-557B-423D-900B-BE0DB9FB442E}" srcOrd="14" destOrd="0" presId="urn:microsoft.com/office/officeart/2005/8/layout/bProcess4"/>
    <dgm:cxn modelId="{2C92C325-3DBE-419A-90E9-EABF9B904952}" type="presParOf" srcId="{6A490825-557B-423D-900B-BE0DB9FB442E}" destId="{E391AFAD-462B-42E9-AD1F-C673DA3C7B58}" srcOrd="0" destOrd="0" presId="urn:microsoft.com/office/officeart/2005/8/layout/bProcess4"/>
    <dgm:cxn modelId="{BBE648D3-3502-49C6-BBFA-0297CB111B37}" type="presParOf" srcId="{6A490825-557B-423D-900B-BE0DB9FB442E}" destId="{F15CB334-7A96-4428-AC34-2E8B84E32D4A}" srcOrd="1" destOrd="0" presId="urn:microsoft.com/office/officeart/2005/8/layout/bProcess4"/>
    <dgm:cxn modelId="{088D939F-D1E7-4A07-BF8C-78413B0B8BD0}" type="presParOf" srcId="{B737A73C-C6DB-4F7A-A3EC-B6843BE623FD}" destId="{7502EF6E-C2D8-4F12-A4DF-82762CF106A5}" srcOrd="15" destOrd="0" presId="urn:microsoft.com/office/officeart/2005/8/layout/bProcess4"/>
    <dgm:cxn modelId="{97164821-9BF2-49AD-AE8A-F488C4E534C7}" type="presParOf" srcId="{B737A73C-C6DB-4F7A-A3EC-B6843BE623FD}" destId="{31C77B30-BC62-47F6-BB51-79AB86AE553A}" srcOrd="16" destOrd="0" presId="urn:microsoft.com/office/officeart/2005/8/layout/bProcess4"/>
    <dgm:cxn modelId="{8B082658-BCB9-4351-BC94-FD3ED783A9B8}" type="presParOf" srcId="{31C77B30-BC62-47F6-BB51-79AB86AE553A}" destId="{8845339F-C4EC-4983-BCC1-39F322B325AE}" srcOrd="0" destOrd="0" presId="urn:microsoft.com/office/officeart/2005/8/layout/bProcess4"/>
    <dgm:cxn modelId="{CE551FA8-F694-4A3A-B1B9-BA41791B720F}" type="presParOf" srcId="{31C77B30-BC62-47F6-BB51-79AB86AE553A}" destId="{D49CEB1E-0220-4074-9433-4D4EEE357875}" srcOrd="1" destOrd="0" presId="urn:microsoft.com/office/officeart/2005/8/layout/bProcess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CA57CD-BB4A-4A01-BB56-D724CE42057F}" type="doc">
      <dgm:prSet loTypeId="urn:microsoft.com/office/officeart/2005/8/layout/hProcess11" loCatId="process" qsTypeId="urn:microsoft.com/office/officeart/2005/8/quickstyle/simple2" qsCatId="simple" csTypeId="urn:microsoft.com/office/officeart/2005/8/colors/accent1_2" csCatId="accent1" phldr="1"/>
      <dgm:spPr/>
      <dgm:t>
        <a:bodyPr/>
        <a:lstStyle/>
        <a:p>
          <a:endParaRPr lang="ru-RU"/>
        </a:p>
      </dgm:t>
    </dgm:pt>
    <dgm:pt modelId="{C7442EB3-F104-49D1-98DB-F00FB314D056}">
      <dgm:prSet phldrT="[Текст]"/>
      <dgm:spPr/>
      <dgm:t>
        <a:bodyPr/>
        <a:lstStyle/>
        <a:p>
          <a:r>
            <a:rPr lang="ru-RU" b="1" dirty="0" smtClean="0"/>
            <a:t>Формирование экспертной команды</a:t>
          </a:r>
          <a:endParaRPr lang="ru-RU" b="1" dirty="0"/>
        </a:p>
      </dgm:t>
    </dgm:pt>
    <dgm:pt modelId="{F55513FA-D1C8-450E-8B73-FDB4DE5B5F4A}" type="parTrans" cxnId="{197FE48E-B36D-4235-A0FF-450171A12837}">
      <dgm:prSet/>
      <dgm:spPr/>
      <dgm:t>
        <a:bodyPr/>
        <a:lstStyle/>
        <a:p>
          <a:endParaRPr lang="ru-RU"/>
        </a:p>
      </dgm:t>
    </dgm:pt>
    <dgm:pt modelId="{F9BFA92C-39D9-464B-9562-35CE64F599E6}" type="sibTrans" cxnId="{197FE48E-B36D-4235-A0FF-450171A12837}">
      <dgm:prSet/>
      <dgm:spPr/>
      <dgm:t>
        <a:bodyPr/>
        <a:lstStyle/>
        <a:p>
          <a:endParaRPr lang="ru-RU"/>
        </a:p>
      </dgm:t>
    </dgm:pt>
    <dgm:pt modelId="{BBAA4482-3A0F-4A05-868E-8B71F103573F}">
      <dgm:prSet phldrT="[Текст]"/>
      <dgm:spPr/>
      <dgm:t>
        <a:bodyPr/>
        <a:lstStyle/>
        <a:p>
          <a:r>
            <a:rPr lang="ru-RU" b="1" dirty="0" smtClean="0"/>
            <a:t>Определение потенциальных дефектов</a:t>
          </a:r>
          <a:endParaRPr lang="ru-RU" b="1" dirty="0"/>
        </a:p>
      </dgm:t>
    </dgm:pt>
    <dgm:pt modelId="{6FBDF00E-D776-4A4E-B914-45855E61F75E}" type="parTrans" cxnId="{F278CC5B-0626-4E0C-9F81-9D0FF809BA96}">
      <dgm:prSet/>
      <dgm:spPr/>
      <dgm:t>
        <a:bodyPr/>
        <a:lstStyle/>
        <a:p>
          <a:endParaRPr lang="ru-RU"/>
        </a:p>
      </dgm:t>
    </dgm:pt>
    <dgm:pt modelId="{D72C6A0F-CCA0-4BBF-BB68-B03575D1FFC9}" type="sibTrans" cxnId="{F278CC5B-0626-4E0C-9F81-9D0FF809BA96}">
      <dgm:prSet/>
      <dgm:spPr/>
      <dgm:t>
        <a:bodyPr/>
        <a:lstStyle/>
        <a:p>
          <a:endParaRPr lang="ru-RU"/>
        </a:p>
      </dgm:t>
    </dgm:pt>
    <dgm:pt modelId="{33372FA7-F9DB-4FE3-A481-D2CE31531C73}">
      <dgm:prSet phldrT="[Текст]"/>
      <dgm:spPr/>
      <dgm:t>
        <a:bodyPr/>
        <a:lstStyle/>
        <a:p>
          <a:r>
            <a:rPr lang="ru-RU" b="1" dirty="0" smtClean="0"/>
            <a:t>Создание БД дефектов узла, их причин и последствий</a:t>
          </a:r>
          <a:endParaRPr lang="ru-RU" b="1" dirty="0"/>
        </a:p>
      </dgm:t>
    </dgm:pt>
    <dgm:pt modelId="{ED935AC3-1745-4C44-980F-683315465697}" type="parTrans" cxnId="{08A7AEA1-EFF2-450D-9E76-AF8C9B24D8E8}">
      <dgm:prSet/>
      <dgm:spPr/>
      <dgm:t>
        <a:bodyPr/>
        <a:lstStyle/>
        <a:p>
          <a:endParaRPr lang="ru-RU"/>
        </a:p>
      </dgm:t>
    </dgm:pt>
    <dgm:pt modelId="{6DD122A1-7C08-4AC6-B97D-0E5F4ABC6C74}" type="sibTrans" cxnId="{08A7AEA1-EFF2-450D-9E76-AF8C9B24D8E8}">
      <dgm:prSet/>
      <dgm:spPr/>
      <dgm:t>
        <a:bodyPr/>
        <a:lstStyle/>
        <a:p>
          <a:endParaRPr lang="ru-RU"/>
        </a:p>
      </dgm:t>
    </dgm:pt>
    <dgm:pt modelId="{2659B5B7-787D-461F-A319-7CFD6005A1A5}">
      <dgm:prSet/>
      <dgm:spPr/>
      <dgm:t>
        <a:bodyPr/>
        <a:lstStyle/>
        <a:p>
          <a:endParaRPr lang="ru-RU"/>
        </a:p>
      </dgm:t>
    </dgm:pt>
    <dgm:pt modelId="{D1F36DA3-7F53-42B2-B303-99F7AC2AB164}" type="parTrans" cxnId="{05E1B2F9-CCAF-4CBD-8A3B-B3A7DD9C5E99}">
      <dgm:prSet/>
      <dgm:spPr/>
      <dgm:t>
        <a:bodyPr/>
        <a:lstStyle/>
        <a:p>
          <a:endParaRPr lang="ru-RU"/>
        </a:p>
      </dgm:t>
    </dgm:pt>
    <dgm:pt modelId="{0F9FA7FA-4B23-4F08-A6A7-E5AA61A7B19D}" type="sibTrans" cxnId="{05E1B2F9-CCAF-4CBD-8A3B-B3A7DD9C5E99}">
      <dgm:prSet/>
      <dgm:spPr/>
      <dgm:t>
        <a:bodyPr/>
        <a:lstStyle/>
        <a:p>
          <a:endParaRPr lang="ru-RU"/>
        </a:p>
      </dgm:t>
    </dgm:pt>
    <dgm:pt modelId="{C467A912-1464-482D-AF12-2E852D57FF54}">
      <dgm:prSet/>
      <dgm:spPr/>
      <dgm:t>
        <a:bodyPr/>
        <a:lstStyle/>
        <a:p>
          <a:endParaRPr lang="ru-RU"/>
        </a:p>
      </dgm:t>
    </dgm:pt>
    <dgm:pt modelId="{922239B1-78D3-4A47-9CA2-2E89F446C8FD}" type="parTrans" cxnId="{8DF93295-A433-4963-80D1-BF7E9D3B4ED5}">
      <dgm:prSet/>
      <dgm:spPr/>
      <dgm:t>
        <a:bodyPr/>
        <a:lstStyle/>
        <a:p>
          <a:endParaRPr lang="ru-RU"/>
        </a:p>
      </dgm:t>
    </dgm:pt>
    <dgm:pt modelId="{602D24A2-9614-4822-AE06-C74FA8EA9D5D}" type="sibTrans" cxnId="{8DF93295-A433-4963-80D1-BF7E9D3B4ED5}">
      <dgm:prSet/>
      <dgm:spPr/>
      <dgm:t>
        <a:bodyPr/>
        <a:lstStyle/>
        <a:p>
          <a:endParaRPr lang="ru-RU"/>
        </a:p>
      </dgm:t>
    </dgm:pt>
    <dgm:pt modelId="{8FF2E771-D179-4AAB-845C-92DF66A3D820}">
      <dgm:prSet/>
      <dgm:spPr/>
      <dgm:t>
        <a:bodyPr/>
        <a:lstStyle/>
        <a:p>
          <a:endParaRPr lang="ru-RU"/>
        </a:p>
      </dgm:t>
    </dgm:pt>
    <dgm:pt modelId="{E7180938-B903-434F-AB81-2E0967FFD151}" type="parTrans" cxnId="{50E528F9-FACD-4012-8BE1-67E2667BC2C7}">
      <dgm:prSet/>
      <dgm:spPr/>
      <dgm:t>
        <a:bodyPr/>
        <a:lstStyle/>
        <a:p>
          <a:endParaRPr lang="ru-RU"/>
        </a:p>
      </dgm:t>
    </dgm:pt>
    <dgm:pt modelId="{B0F2640A-7545-489C-94BC-B05E75E2EF7A}" type="sibTrans" cxnId="{50E528F9-FACD-4012-8BE1-67E2667BC2C7}">
      <dgm:prSet/>
      <dgm:spPr/>
      <dgm:t>
        <a:bodyPr/>
        <a:lstStyle/>
        <a:p>
          <a:endParaRPr lang="ru-RU"/>
        </a:p>
      </dgm:t>
    </dgm:pt>
    <dgm:pt modelId="{FC41BCFC-E048-42AE-8EBF-98DEE564A54F}">
      <dgm:prSet/>
      <dgm:spPr/>
      <dgm:t>
        <a:bodyPr/>
        <a:lstStyle/>
        <a:p>
          <a:endParaRPr lang="ru-RU"/>
        </a:p>
      </dgm:t>
    </dgm:pt>
    <dgm:pt modelId="{673E592C-6D66-4173-AA50-A6D621401A2A}" type="parTrans" cxnId="{322B7D31-91F4-4843-B6E3-C46D96C8464E}">
      <dgm:prSet/>
      <dgm:spPr/>
      <dgm:t>
        <a:bodyPr/>
        <a:lstStyle/>
        <a:p>
          <a:endParaRPr lang="ru-RU"/>
        </a:p>
      </dgm:t>
    </dgm:pt>
    <dgm:pt modelId="{16A8471F-09C6-4618-9A57-778212635FE5}" type="sibTrans" cxnId="{322B7D31-91F4-4843-B6E3-C46D96C8464E}">
      <dgm:prSet/>
      <dgm:spPr/>
      <dgm:t>
        <a:bodyPr/>
        <a:lstStyle/>
        <a:p>
          <a:endParaRPr lang="ru-RU"/>
        </a:p>
      </dgm:t>
    </dgm:pt>
    <dgm:pt modelId="{2ABA6E31-2512-454B-89B0-F3AB24BA1371}" type="pres">
      <dgm:prSet presAssocID="{95CA57CD-BB4A-4A01-BB56-D724CE42057F}" presName="Name0" presStyleCnt="0">
        <dgm:presLayoutVars>
          <dgm:dir/>
          <dgm:resizeHandles val="exact"/>
        </dgm:presLayoutVars>
      </dgm:prSet>
      <dgm:spPr/>
      <dgm:t>
        <a:bodyPr/>
        <a:lstStyle/>
        <a:p>
          <a:endParaRPr lang="ru-RU"/>
        </a:p>
      </dgm:t>
    </dgm:pt>
    <dgm:pt modelId="{D2C0FEFC-64CA-42AA-A2CE-08E304909BD6}" type="pres">
      <dgm:prSet presAssocID="{95CA57CD-BB4A-4A01-BB56-D724CE42057F}" presName="arrow" presStyleLbl="bgShp" presStyleIdx="0" presStyleCnt="1"/>
      <dgm:spPr/>
    </dgm:pt>
    <dgm:pt modelId="{2A79ECB2-92EB-468E-B74D-F7C5A90196F3}" type="pres">
      <dgm:prSet presAssocID="{95CA57CD-BB4A-4A01-BB56-D724CE42057F}" presName="points" presStyleCnt="0"/>
      <dgm:spPr/>
    </dgm:pt>
    <dgm:pt modelId="{CB956409-3BB3-4FE9-9A17-BCE56069EF88}" type="pres">
      <dgm:prSet presAssocID="{C7442EB3-F104-49D1-98DB-F00FB314D056}" presName="compositeA" presStyleCnt="0"/>
      <dgm:spPr/>
    </dgm:pt>
    <dgm:pt modelId="{ABEC3982-FD7A-4C10-970E-4D790494B82C}" type="pres">
      <dgm:prSet presAssocID="{C7442EB3-F104-49D1-98DB-F00FB314D056}" presName="textA" presStyleLbl="revTx" presStyleIdx="0" presStyleCnt="7">
        <dgm:presLayoutVars>
          <dgm:bulletEnabled val="1"/>
        </dgm:presLayoutVars>
      </dgm:prSet>
      <dgm:spPr/>
      <dgm:t>
        <a:bodyPr/>
        <a:lstStyle/>
        <a:p>
          <a:endParaRPr lang="ru-RU"/>
        </a:p>
      </dgm:t>
    </dgm:pt>
    <dgm:pt modelId="{5B554249-AFCB-4398-933D-799D4FDEF095}" type="pres">
      <dgm:prSet presAssocID="{C7442EB3-F104-49D1-98DB-F00FB314D056}" presName="circleA" presStyleLbl="node1" presStyleIdx="0" presStyleCnt="7"/>
      <dgm:spPr/>
    </dgm:pt>
    <dgm:pt modelId="{34626BDF-FC75-4A63-84A5-98241F02A223}" type="pres">
      <dgm:prSet presAssocID="{C7442EB3-F104-49D1-98DB-F00FB314D056}" presName="spaceA" presStyleCnt="0"/>
      <dgm:spPr/>
    </dgm:pt>
    <dgm:pt modelId="{0A18C64F-25C6-47E3-B552-90E28E15A0C5}" type="pres">
      <dgm:prSet presAssocID="{F9BFA92C-39D9-464B-9562-35CE64F599E6}" presName="space" presStyleCnt="0"/>
      <dgm:spPr/>
    </dgm:pt>
    <dgm:pt modelId="{1B9DE34F-496B-4A89-8FD9-4AEC96EAF4C0}" type="pres">
      <dgm:prSet presAssocID="{BBAA4482-3A0F-4A05-868E-8B71F103573F}" presName="compositeB" presStyleCnt="0"/>
      <dgm:spPr/>
    </dgm:pt>
    <dgm:pt modelId="{69C3C802-09E1-45A0-9589-10DB86A9CC86}" type="pres">
      <dgm:prSet presAssocID="{BBAA4482-3A0F-4A05-868E-8B71F103573F}" presName="textB" presStyleLbl="revTx" presStyleIdx="1" presStyleCnt="7">
        <dgm:presLayoutVars>
          <dgm:bulletEnabled val="1"/>
        </dgm:presLayoutVars>
      </dgm:prSet>
      <dgm:spPr/>
      <dgm:t>
        <a:bodyPr/>
        <a:lstStyle/>
        <a:p>
          <a:endParaRPr lang="ru-RU"/>
        </a:p>
      </dgm:t>
    </dgm:pt>
    <dgm:pt modelId="{C236C9F1-8BC9-485A-B694-8D2C52C1A539}" type="pres">
      <dgm:prSet presAssocID="{BBAA4482-3A0F-4A05-868E-8B71F103573F}" presName="circleB" presStyleLbl="node1" presStyleIdx="1" presStyleCnt="7"/>
      <dgm:spPr/>
    </dgm:pt>
    <dgm:pt modelId="{1F015A83-8667-4D68-9182-50858F366AC8}" type="pres">
      <dgm:prSet presAssocID="{BBAA4482-3A0F-4A05-868E-8B71F103573F}" presName="spaceB" presStyleCnt="0"/>
      <dgm:spPr/>
    </dgm:pt>
    <dgm:pt modelId="{25331354-5906-42BC-BBA4-9C6A4CF5C059}" type="pres">
      <dgm:prSet presAssocID="{D72C6A0F-CCA0-4BBF-BB68-B03575D1FFC9}" presName="space" presStyleCnt="0"/>
      <dgm:spPr/>
    </dgm:pt>
    <dgm:pt modelId="{CCDB2E41-AC4F-4E73-93C3-B113DD957C56}" type="pres">
      <dgm:prSet presAssocID="{33372FA7-F9DB-4FE3-A481-D2CE31531C73}" presName="compositeA" presStyleCnt="0"/>
      <dgm:spPr/>
    </dgm:pt>
    <dgm:pt modelId="{F1842A8D-4BE1-456E-8704-9DC0B32FDBEC}" type="pres">
      <dgm:prSet presAssocID="{33372FA7-F9DB-4FE3-A481-D2CE31531C73}" presName="textA" presStyleLbl="revTx" presStyleIdx="2" presStyleCnt="7">
        <dgm:presLayoutVars>
          <dgm:bulletEnabled val="1"/>
        </dgm:presLayoutVars>
      </dgm:prSet>
      <dgm:spPr/>
      <dgm:t>
        <a:bodyPr/>
        <a:lstStyle/>
        <a:p>
          <a:endParaRPr lang="ru-RU"/>
        </a:p>
      </dgm:t>
    </dgm:pt>
    <dgm:pt modelId="{F3EEC2CF-F95D-4F5B-9810-C740CEDBFB56}" type="pres">
      <dgm:prSet presAssocID="{33372FA7-F9DB-4FE3-A481-D2CE31531C73}" presName="circleA" presStyleLbl="node1" presStyleIdx="2" presStyleCnt="7"/>
      <dgm:spPr/>
    </dgm:pt>
    <dgm:pt modelId="{6A363CFC-2407-475E-BEBA-051CDA72708E}" type="pres">
      <dgm:prSet presAssocID="{33372FA7-F9DB-4FE3-A481-D2CE31531C73}" presName="spaceA" presStyleCnt="0"/>
      <dgm:spPr/>
    </dgm:pt>
    <dgm:pt modelId="{46C85FD3-A6F5-425F-8A4B-F0E953EDB413}" type="pres">
      <dgm:prSet presAssocID="{6DD122A1-7C08-4AC6-B97D-0E5F4ABC6C74}" presName="space" presStyleCnt="0"/>
      <dgm:spPr/>
    </dgm:pt>
    <dgm:pt modelId="{1D7188FE-09D8-4DE7-B7A8-4BB0BF288756}" type="pres">
      <dgm:prSet presAssocID="{2659B5B7-787D-461F-A319-7CFD6005A1A5}" presName="compositeB" presStyleCnt="0"/>
      <dgm:spPr/>
    </dgm:pt>
    <dgm:pt modelId="{248ED3A5-F9DF-41DF-AC19-AE2363FB6D1E}" type="pres">
      <dgm:prSet presAssocID="{2659B5B7-787D-461F-A319-7CFD6005A1A5}" presName="textB" presStyleLbl="revTx" presStyleIdx="3" presStyleCnt="7">
        <dgm:presLayoutVars>
          <dgm:bulletEnabled val="1"/>
        </dgm:presLayoutVars>
      </dgm:prSet>
      <dgm:spPr/>
      <dgm:t>
        <a:bodyPr/>
        <a:lstStyle/>
        <a:p>
          <a:endParaRPr lang="ru-RU"/>
        </a:p>
      </dgm:t>
    </dgm:pt>
    <dgm:pt modelId="{C9A78417-C6A4-4140-821D-71AA3676EE4F}" type="pres">
      <dgm:prSet presAssocID="{2659B5B7-787D-461F-A319-7CFD6005A1A5}" presName="circleB" presStyleLbl="node1" presStyleIdx="3" presStyleCnt="7"/>
      <dgm:spPr/>
    </dgm:pt>
    <dgm:pt modelId="{99DAFF08-6C29-4BF1-9D3D-A0A078B7793A}" type="pres">
      <dgm:prSet presAssocID="{2659B5B7-787D-461F-A319-7CFD6005A1A5}" presName="spaceB" presStyleCnt="0"/>
      <dgm:spPr/>
    </dgm:pt>
    <dgm:pt modelId="{AC3E2B1B-F9EE-4507-8B98-EEBEC7037250}" type="pres">
      <dgm:prSet presAssocID="{0F9FA7FA-4B23-4F08-A6A7-E5AA61A7B19D}" presName="space" presStyleCnt="0"/>
      <dgm:spPr/>
    </dgm:pt>
    <dgm:pt modelId="{0E0814B2-359A-4C47-9EF7-598617A7E37A}" type="pres">
      <dgm:prSet presAssocID="{C467A912-1464-482D-AF12-2E852D57FF54}" presName="compositeA" presStyleCnt="0"/>
      <dgm:spPr/>
    </dgm:pt>
    <dgm:pt modelId="{EE691894-9694-4396-806F-3773105C0F0E}" type="pres">
      <dgm:prSet presAssocID="{C467A912-1464-482D-AF12-2E852D57FF54}" presName="textA" presStyleLbl="revTx" presStyleIdx="4" presStyleCnt="7">
        <dgm:presLayoutVars>
          <dgm:bulletEnabled val="1"/>
        </dgm:presLayoutVars>
      </dgm:prSet>
      <dgm:spPr/>
      <dgm:t>
        <a:bodyPr/>
        <a:lstStyle/>
        <a:p>
          <a:endParaRPr lang="ru-RU"/>
        </a:p>
      </dgm:t>
    </dgm:pt>
    <dgm:pt modelId="{749E2F1F-8380-47AE-BDEA-4F8994339E58}" type="pres">
      <dgm:prSet presAssocID="{C467A912-1464-482D-AF12-2E852D57FF54}" presName="circleA" presStyleLbl="node1" presStyleIdx="4" presStyleCnt="7"/>
      <dgm:spPr/>
    </dgm:pt>
    <dgm:pt modelId="{20D14AF6-75F1-4521-A047-62860B2874A3}" type="pres">
      <dgm:prSet presAssocID="{C467A912-1464-482D-AF12-2E852D57FF54}" presName="spaceA" presStyleCnt="0"/>
      <dgm:spPr/>
    </dgm:pt>
    <dgm:pt modelId="{7AB11E1A-9402-4557-93AB-A89A14566397}" type="pres">
      <dgm:prSet presAssocID="{602D24A2-9614-4822-AE06-C74FA8EA9D5D}" presName="space" presStyleCnt="0"/>
      <dgm:spPr/>
    </dgm:pt>
    <dgm:pt modelId="{A5A319B9-F775-453F-A1F7-6B04B62E6837}" type="pres">
      <dgm:prSet presAssocID="{8FF2E771-D179-4AAB-845C-92DF66A3D820}" presName="compositeB" presStyleCnt="0"/>
      <dgm:spPr/>
    </dgm:pt>
    <dgm:pt modelId="{7DF57D49-22F5-4688-94E4-3B6F6DE2C734}" type="pres">
      <dgm:prSet presAssocID="{8FF2E771-D179-4AAB-845C-92DF66A3D820}" presName="textB" presStyleLbl="revTx" presStyleIdx="5" presStyleCnt="7">
        <dgm:presLayoutVars>
          <dgm:bulletEnabled val="1"/>
        </dgm:presLayoutVars>
      </dgm:prSet>
      <dgm:spPr/>
      <dgm:t>
        <a:bodyPr/>
        <a:lstStyle/>
        <a:p>
          <a:endParaRPr lang="ru-RU"/>
        </a:p>
      </dgm:t>
    </dgm:pt>
    <dgm:pt modelId="{4548B697-2F6A-4495-ADF9-F4121FECEAE8}" type="pres">
      <dgm:prSet presAssocID="{8FF2E771-D179-4AAB-845C-92DF66A3D820}" presName="circleB" presStyleLbl="node1" presStyleIdx="5" presStyleCnt="7"/>
      <dgm:spPr/>
    </dgm:pt>
    <dgm:pt modelId="{0450F31C-CE01-429B-92A5-2599C871627B}" type="pres">
      <dgm:prSet presAssocID="{8FF2E771-D179-4AAB-845C-92DF66A3D820}" presName="spaceB" presStyleCnt="0"/>
      <dgm:spPr/>
    </dgm:pt>
    <dgm:pt modelId="{4F0D57FE-BE74-4CFE-854F-8230BE27C13C}" type="pres">
      <dgm:prSet presAssocID="{B0F2640A-7545-489C-94BC-B05E75E2EF7A}" presName="space" presStyleCnt="0"/>
      <dgm:spPr/>
    </dgm:pt>
    <dgm:pt modelId="{9EB58D75-7617-4A2F-A942-4B877C4DBDA2}" type="pres">
      <dgm:prSet presAssocID="{FC41BCFC-E048-42AE-8EBF-98DEE564A54F}" presName="compositeA" presStyleCnt="0"/>
      <dgm:spPr/>
    </dgm:pt>
    <dgm:pt modelId="{BB7F1F97-0235-4FA1-9BD2-4E406F761182}" type="pres">
      <dgm:prSet presAssocID="{FC41BCFC-E048-42AE-8EBF-98DEE564A54F}" presName="textA" presStyleLbl="revTx" presStyleIdx="6" presStyleCnt="7">
        <dgm:presLayoutVars>
          <dgm:bulletEnabled val="1"/>
        </dgm:presLayoutVars>
      </dgm:prSet>
      <dgm:spPr/>
      <dgm:t>
        <a:bodyPr/>
        <a:lstStyle/>
        <a:p>
          <a:endParaRPr lang="ru-RU"/>
        </a:p>
      </dgm:t>
    </dgm:pt>
    <dgm:pt modelId="{9B4A23AE-5EB2-485C-AB6D-F871B4E303BD}" type="pres">
      <dgm:prSet presAssocID="{FC41BCFC-E048-42AE-8EBF-98DEE564A54F}" presName="circleA" presStyleLbl="node1" presStyleIdx="6" presStyleCnt="7"/>
      <dgm:spPr/>
    </dgm:pt>
    <dgm:pt modelId="{EC4195B0-D6B4-40CA-9DD5-2ECF1F260CCF}" type="pres">
      <dgm:prSet presAssocID="{FC41BCFC-E048-42AE-8EBF-98DEE564A54F}" presName="spaceA" presStyleCnt="0"/>
      <dgm:spPr/>
    </dgm:pt>
  </dgm:ptLst>
  <dgm:cxnLst>
    <dgm:cxn modelId="{B7E53461-B53A-476B-B702-F4550FA23ABE}" type="presOf" srcId="{8FF2E771-D179-4AAB-845C-92DF66A3D820}" destId="{7DF57D49-22F5-4688-94E4-3B6F6DE2C734}" srcOrd="0" destOrd="0" presId="urn:microsoft.com/office/officeart/2005/8/layout/hProcess11"/>
    <dgm:cxn modelId="{1FDB2973-CCE8-4640-94F6-B1822FF2878F}" type="presOf" srcId="{C7442EB3-F104-49D1-98DB-F00FB314D056}" destId="{ABEC3982-FD7A-4C10-970E-4D790494B82C}" srcOrd="0" destOrd="0" presId="urn:microsoft.com/office/officeart/2005/8/layout/hProcess11"/>
    <dgm:cxn modelId="{322B7D31-91F4-4843-B6E3-C46D96C8464E}" srcId="{95CA57CD-BB4A-4A01-BB56-D724CE42057F}" destId="{FC41BCFC-E048-42AE-8EBF-98DEE564A54F}" srcOrd="6" destOrd="0" parTransId="{673E592C-6D66-4173-AA50-A6D621401A2A}" sibTransId="{16A8471F-09C6-4618-9A57-778212635FE5}"/>
    <dgm:cxn modelId="{8DF93295-A433-4963-80D1-BF7E9D3B4ED5}" srcId="{95CA57CD-BB4A-4A01-BB56-D724CE42057F}" destId="{C467A912-1464-482D-AF12-2E852D57FF54}" srcOrd="4" destOrd="0" parTransId="{922239B1-78D3-4A47-9CA2-2E89F446C8FD}" sibTransId="{602D24A2-9614-4822-AE06-C74FA8EA9D5D}"/>
    <dgm:cxn modelId="{B7CE2C16-404A-4CBD-9F4B-E367AF1F7397}" type="presOf" srcId="{BBAA4482-3A0F-4A05-868E-8B71F103573F}" destId="{69C3C802-09E1-45A0-9589-10DB86A9CC86}" srcOrd="0" destOrd="0" presId="urn:microsoft.com/office/officeart/2005/8/layout/hProcess11"/>
    <dgm:cxn modelId="{08A7AEA1-EFF2-450D-9E76-AF8C9B24D8E8}" srcId="{95CA57CD-BB4A-4A01-BB56-D724CE42057F}" destId="{33372FA7-F9DB-4FE3-A481-D2CE31531C73}" srcOrd="2" destOrd="0" parTransId="{ED935AC3-1745-4C44-980F-683315465697}" sibTransId="{6DD122A1-7C08-4AC6-B97D-0E5F4ABC6C74}"/>
    <dgm:cxn modelId="{D375E9D4-5BCB-451A-B0A2-A7AFC402A39A}" type="presOf" srcId="{33372FA7-F9DB-4FE3-A481-D2CE31531C73}" destId="{F1842A8D-4BE1-456E-8704-9DC0B32FDBEC}" srcOrd="0" destOrd="0" presId="urn:microsoft.com/office/officeart/2005/8/layout/hProcess11"/>
    <dgm:cxn modelId="{DD4B66D9-7554-4F84-8E1A-2E9A675BD606}" type="presOf" srcId="{2659B5B7-787D-461F-A319-7CFD6005A1A5}" destId="{248ED3A5-F9DF-41DF-AC19-AE2363FB6D1E}" srcOrd="0" destOrd="0" presId="urn:microsoft.com/office/officeart/2005/8/layout/hProcess11"/>
    <dgm:cxn modelId="{6836B57A-9661-4B5B-9B83-A629206C79AE}" type="presOf" srcId="{C467A912-1464-482D-AF12-2E852D57FF54}" destId="{EE691894-9694-4396-806F-3773105C0F0E}" srcOrd="0" destOrd="0" presId="urn:microsoft.com/office/officeart/2005/8/layout/hProcess11"/>
    <dgm:cxn modelId="{F278CC5B-0626-4E0C-9F81-9D0FF809BA96}" srcId="{95CA57CD-BB4A-4A01-BB56-D724CE42057F}" destId="{BBAA4482-3A0F-4A05-868E-8B71F103573F}" srcOrd="1" destOrd="0" parTransId="{6FBDF00E-D776-4A4E-B914-45855E61F75E}" sibTransId="{D72C6A0F-CCA0-4BBF-BB68-B03575D1FFC9}"/>
    <dgm:cxn modelId="{3B4E417C-2E02-4AB6-901A-76734E2B2738}" type="presOf" srcId="{FC41BCFC-E048-42AE-8EBF-98DEE564A54F}" destId="{BB7F1F97-0235-4FA1-9BD2-4E406F761182}" srcOrd="0" destOrd="0" presId="urn:microsoft.com/office/officeart/2005/8/layout/hProcess11"/>
    <dgm:cxn modelId="{50E528F9-FACD-4012-8BE1-67E2667BC2C7}" srcId="{95CA57CD-BB4A-4A01-BB56-D724CE42057F}" destId="{8FF2E771-D179-4AAB-845C-92DF66A3D820}" srcOrd="5" destOrd="0" parTransId="{E7180938-B903-434F-AB81-2E0967FFD151}" sibTransId="{B0F2640A-7545-489C-94BC-B05E75E2EF7A}"/>
    <dgm:cxn modelId="{197FE48E-B36D-4235-A0FF-450171A12837}" srcId="{95CA57CD-BB4A-4A01-BB56-D724CE42057F}" destId="{C7442EB3-F104-49D1-98DB-F00FB314D056}" srcOrd="0" destOrd="0" parTransId="{F55513FA-D1C8-450E-8B73-FDB4DE5B5F4A}" sibTransId="{F9BFA92C-39D9-464B-9562-35CE64F599E6}"/>
    <dgm:cxn modelId="{7FBC3786-C0E5-48DC-83C3-7C6DFD6938C1}" type="presOf" srcId="{95CA57CD-BB4A-4A01-BB56-D724CE42057F}" destId="{2ABA6E31-2512-454B-89B0-F3AB24BA1371}" srcOrd="0" destOrd="0" presId="urn:microsoft.com/office/officeart/2005/8/layout/hProcess11"/>
    <dgm:cxn modelId="{05E1B2F9-CCAF-4CBD-8A3B-B3A7DD9C5E99}" srcId="{95CA57CD-BB4A-4A01-BB56-D724CE42057F}" destId="{2659B5B7-787D-461F-A319-7CFD6005A1A5}" srcOrd="3" destOrd="0" parTransId="{D1F36DA3-7F53-42B2-B303-99F7AC2AB164}" sibTransId="{0F9FA7FA-4B23-4F08-A6A7-E5AA61A7B19D}"/>
    <dgm:cxn modelId="{7316CBA4-51CC-478B-B196-C4CFCB0FB900}" type="presParOf" srcId="{2ABA6E31-2512-454B-89B0-F3AB24BA1371}" destId="{D2C0FEFC-64CA-42AA-A2CE-08E304909BD6}" srcOrd="0" destOrd="0" presId="urn:microsoft.com/office/officeart/2005/8/layout/hProcess11"/>
    <dgm:cxn modelId="{F633A1F7-89A9-4367-8FDA-2783B6567490}" type="presParOf" srcId="{2ABA6E31-2512-454B-89B0-F3AB24BA1371}" destId="{2A79ECB2-92EB-468E-B74D-F7C5A90196F3}" srcOrd="1" destOrd="0" presId="urn:microsoft.com/office/officeart/2005/8/layout/hProcess11"/>
    <dgm:cxn modelId="{1FAEBF8F-EDF7-40CF-951B-9DD9B3BAE4CC}" type="presParOf" srcId="{2A79ECB2-92EB-468E-B74D-F7C5A90196F3}" destId="{CB956409-3BB3-4FE9-9A17-BCE56069EF88}" srcOrd="0" destOrd="0" presId="urn:microsoft.com/office/officeart/2005/8/layout/hProcess11"/>
    <dgm:cxn modelId="{CD31B767-A8BF-4FDC-BC39-E4D36E5985DE}" type="presParOf" srcId="{CB956409-3BB3-4FE9-9A17-BCE56069EF88}" destId="{ABEC3982-FD7A-4C10-970E-4D790494B82C}" srcOrd="0" destOrd="0" presId="urn:microsoft.com/office/officeart/2005/8/layout/hProcess11"/>
    <dgm:cxn modelId="{E3404F2C-27CC-4801-918A-A06A4E44D313}" type="presParOf" srcId="{CB956409-3BB3-4FE9-9A17-BCE56069EF88}" destId="{5B554249-AFCB-4398-933D-799D4FDEF095}" srcOrd="1" destOrd="0" presId="urn:microsoft.com/office/officeart/2005/8/layout/hProcess11"/>
    <dgm:cxn modelId="{2E58D8EF-CFE1-408C-94AF-153B5A21DDE3}" type="presParOf" srcId="{CB956409-3BB3-4FE9-9A17-BCE56069EF88}" destId="{34626BDF-FC75-4A63-84A5-98241F02A223}" srcOrd="2" destOrd="0" presId="urn:microsoft.com/office/officeart/2005/8/layout/hProcess11"/>
    <dgm:cxn modelId="{985034A0-B2CB-4411-BD05-F58F6DBD5E51}" type="presParOf" srcId="{2A79ECB2-92EB-468E-B74D-F7C5A90196F3}" destId="{0A18C64F-25C6-47E3-B552-90E28E15A0C5}" srcOrd="1" destOrd="0" presId="urn:microsoft.com/office/officeart/2005/8/layout/hProcess11"/>
    <dgm:cxn modelId="{363D6A82-6237-4577-B98F-4FF56D1A7A85}" type="presParOf" srcId="{2A79ECB2-92EB-468E-B74D-F7C5A90196F3}" destId="{1B9DE34F-496B-4A89-8FD9-4AEC96EAF4C0}" srcOrd="2" destOrd="0" presId="urn:microsoft.com/office/officeart/2005/8/layout/hProcess11"/>
    <dgm:cxn modelId="{680BA1C3-381A-46ED-B150-1AA8E8493A98}" type="presParOf" srcId="{1B9DE34F-496B-4A89-8FD9-4AEC96EAF4C0}" destId="{69C3C802-09E1-45A0-9589-10DB86A9CC86}" srcOrd="0" destOrd="0" presId="urn:microsoft.com/office/officeart/2005/8/layout/hProcess11"/>
    <dgm:cxn modelId="{2146FFCC-1DF0-46BB-8738-EA9790E29BC5}" type="presParOf" srcId="{1B9DE34F-496B-4A89-8FD9-4AEC96EAF4C0}" destId="{C236C9F1-8BC9-485A-B694-8D2C52C1A539}" srcOrd="1" destOrd="0" presId="urn:microsoft.com/office/officeart/2005/8/layout/hProcess11"/>
    <dgm:cxn modelId="{5CADABFC-2972-4DB0-AA0F-37D76857E9D4}" type="presParOf" srcId="{1B9DE34F-496B-4A89-8FD9-4AEC96EAF4C0}" destId="{1F015A83-8667-4D68-9182-50858F366AC8}" srcOrd="2" destOrd="0" presId="urn:microsoft.com/office/officeart/2005/8/layout/hProcess11"/>
    <dgm:cxn modelId="{1AA7DE58-D095-48B9-833B-5F0A483C38CC}" type="presParOf" srcId="{2A79ECB2-92EB-468E-B74D-F7C5A90196F3}" destId="{25331354-5906-42BC-BBA4-9C6A4CF5C059}" srcOrd="3" destOrd="0" presId="urn:microsoft.com/office/officeart/2005/8/layout/hProcess11"/>
    <dgm:cxn modelId="{2B683CFE-9903-43BA-9819-5A8AA29E7F4E}" type="presParOf" srcId="{2A79ECB2-92EB-468E-B74D-F7C5A90196F3}" destId="{CCDB2E41-AC4F-4E73-93C3-B113DD957C56}" srcOrd="4" destOrd="0" presId="urn:microsoft.com/office/officeart/2005/8/layout/hProcess11"/>
    <dgm:cxn modelId="{1014A638-C5CB-4023-AB6D-40FC42321F47}" type="presParOf" srcId="{CCDB2E41-AC4F-4E73-93C3-B113DD957C56}" destId="{F1842A8D-4BE1-456E-8704-9DC0B32FDBEC}" srcOrd="0" destOrd="0" presId="urn:microsoft.com/office/officeart/2005/8/layout/hProcess11"/>
    <dgm:cxn modelId="{28A90FE7-A891-4468-9606-7AE73E052FB8}" type="presParOf" srcId="{CCDB2E41-AC4F-4E73-93C3-B113DD957C56}" destId="{F3EEC2CF-F95D-4F5B-9810-C740CEDBFB56}" srcOrd="1" destOrd="0" presId="urn:microsoft.com/office/officeart/2005/8/layout/hProcess11"/>
    <dgm:cxn modelId="{755F6176-F900-415C-B68B-198470B61DBE}" type="presParOf" srcId="{CCDB2E41-AC4F-4E73-93C3-B113DD957C56}" destId="{6A363CFC-2407-475E-BEBA-051CDA72708E}" srcOrd="2" destOrd="0" presId="urn:microsoft.com/office/officeart/2005/8/layout/hProcess11"/>
    <dgm:cxn modelId="{E6BFE83E-74C5-424C-85C0-5244BBC3B624}" type="presParOf" srcId="{2A79ECB2-92EB-468E-B74D-F7C5A90196F3}" destId="{46C85FD3-A6F5-425F-8A4B-F0E953EDB413}" srcOrd="5" destOrd="0" presId="urn:microsoft.com/office/officeart/2005/8/layout/hProcess11"/>
    <dgm:cxn modelId="{F7FCD849-101A-4634-9381-19EDEBEE7691}" type="presParOf" srcId="{2A79ECB2-92EB-468E-B74D-F7C5A90196F3}" destId="{1D7188FE-09D8-4DE7-B7A8-4BB0BF288756}" srcOrd="6" destOrd="0" presId="urn:microsoft.com/office/officeart/2005/8/layout/hProcess11"/>
    <dgm:cxn modelId="{DAE70C0A-38C0-4FFE-86F5-54963A896581}" type="presParOf" srcId="{1D7188FE-09D8-4DE7-B7A8-4BB0BF288756}" destId="{248ED3A5-F9DF-41DF-AC19-AE2363FB6D1E}" srcOrd="0" destOrd="0" presId="urn:microsoft.com/office/officeart/2005/8/layout/hProcess11"/>
    <dgm:cxn modelId="{070D36BB-110E-4A14-88D1-2D8CEF8BD595}" type="presParOf" srcId="{1D7188FE-09D8-4DE7-B7A8-4BB0BF288756}" destId="{C9A78417-C6A4-4140-821D-71AA3676EE4F}" srcOrd="1" destOrd="0" presId="urn:microsoft.com/office/officeart/2005/8/layout/hProcess11"/>
    <dgm:cxn modelId="{DE757595-9986-41DD-99C4-BD4016E2E62E}" type="presParOf" srcId="{1D7188FE-09D8-4DE7-B7A8-4BB0BF288756}" destId="{99DAFF08-6C29-4BF1-9D3D-A0A078B7793A}" srcOrd="2" destOrd="0" presId="urn:microsoft.com/office/officeart/2005/8/layout/hProcess11"/>
    <dgm:cxn modelId="{7D9A3FE5-9A9E-4E90-9397-39FDA53DAD0E}" type="presParOf" srcId="{2A79ECB2-92EB-468E-B74D-F7C5A90196F3}" destId="{AC3E2B1B-F9EE-4507-8B98-EEBEC7037250}" srcOrd="7" destOrd="0" presId="urn:microsoft.com/office/officeart/2005/8/layout/hProcess11"/>
    <dgm:cxn modelId="{5A17C3BC-A5E1-4DBD-B796-501A896B0DD1}" type="presParOf" srcId="{2A79ECB2-92EB-468E-B74D-F7C5A90196F3}" destId="{0E0814B2-359A-4C47-9EF7-598617A7E37A}" srcOrd="8" destOrd="0" presId="urn:microsoft.com/office/officeart/2005/8/layout/hProcess11"/>
    <dgm:cxn modelId="{F0C29BB5-8653-4659-83A6-BB36C45A6350}" type="presParOf" srcId="{0E0814B2-359A-4C47-9EF7-598617A7E37A}" destId="{EE691894-9694-4396-806F-3773105C0F0E}" srcOrd="0" destOrd="0" presId="urn:microsoft.com/office/officeart/2005/8/layout/hProcess11"/>
    <dgm:cxn modelId="{7D40936E-E4B7-4033-981C-A251AA79B805}" type="presParOf" srcId="{0E0814B2-359A-4C47-9EF7-598617A7E37A}" destId="{749E2F1F-8380-47AE-BDEA-4F8994339E58}" srcOrd="1" destOrd="0" presId="urn:microsoft.com/office/officeart/2005/8/layout/hProcess11"/>
    <dgm:cxn modelId="{CBAD36FD-2373-4D88-A729-E18ED546B414}" type="presParOf" srcId="{0E0814B2-359A-4C47-9EF7-598617A7E37A}" destId="{20D14AF6-75F1-4521-A047-62860B2874A3}" srcOrd="2" destOrd="0" presId="urn:microsoft.com/office/officeart/2005/8/layout/hProcess11"/>
    <dgm:cxn modelId="{A5B20751-B6B2-43DA-ACDF-562A9D71E9EB}" type="presParOf" srcId="{2A79ECB2-92EB-468E-B74D-F7C5A90196F3}" destId="{7AB11E1A-9402-4557-93AB-A89A14566397}" srcOrd="9" destOrd="0" presId="urn:microsoft.com/office/officeart/2005/8/layout/hProcess11"/>
    <dgm:cxn modelId="{ED4EDDE2-4A63-4A9A-8785-24E69A5E8584}" type="presParOf" srcId="{2A79ECB2-92EB-468E-B74D-F7C5A90196F3}" destId="{A5A319B9-F775-453F-A1F7-6B04B62E6837}" srcOrd="10" destOrd="0" presId="urn:microsoft.com/office/officeart/2005/8/layout/hProcess11"/>
    <dgm:cxn modelId="{9B6D5558-7C28-40B8-8733-1B68F225E01C}" type="presParOf" srcId="{A5A319B9-F775-453F-A1F7-6B04B62E6837}" destId="{7DF57D49-22F5-4688-94E4-3B6F6DE2C734}" srcOrd="0" destOrd="0" presId="urn:microsoft.com/office/officeart/2005/8/layout/hProcess11"/>
    <dgm:cxn modelId="{C0B34434-47E6-4EC6-85DD-7F47D217476E}" type="presParOf" srcId="{A5A319B9-F775-453F-A1F7-6B04B62E6837}" destId="{4548B697-2F6A-4495-ADF9-F4121FECEAE8}" srcOrd="1" destOrd="0" presId="urn:microsoft.com/office/officeart/2005/8/layout/hProcess11"/>
    <dgm:cxn modelId="{8979C636-0E24-4375-81DF-F72ACA7BD961}" type="presParOf" srcId="{A5A319B9-F775-453F-A1F7-6B04B62E6837}" destId="{0450F31C-CE01-429B-92A5-2599C871627B}" srcOrd="2" destOrd="0" presId="urn:microsoft.com/office/officeart/2005/8/layout/hProcess11"/>
    <dgm:cxn modelId="{9442F388-6550-4280-9CF2-5EBAB24B8AB8}" type="presParOf" srcId="{2A79ECB2-92EB-468E-B74D-F7C5A90196F3}" destId="{4F0D57FE-BE74-4CFE-854F-8230BE27C13C}" srcOrd="11" destOrd="0" presId="urn:microsoft.com/office/officeart/2005/8/layout/hProcess11"/>
    <dgm:cxn modelId="{7D42B22D-ED14-45F4-BBBF-32B3AC293694}" type="presParOf" srcId="{2A79ECB2-92EB-468E-B74D-F7C5A90196F3}" destId="{9EB58D75-7617-4A2F-A942-4B877C4DBDA2}" srcOrd="12" destOrd="0" presId="urn:microsoft.com/office/officeart/2005/8/layout/hProcess11"/>
    <dgm:cxn modelId="{39AF728A-5CCC-4EDA-9587-96B7C09B577F}" type="presParOf" srcId="{9EB58D75-7617-4A2F-A942-4B877C4DBDA2}" destId="{BB7F1F97-0235-4FA1-9BD2-4E406F761182}" srcOrd="0" destOrd="0" presId="urn:microsoft.com/office/officeart/2005/8/layout/hProcess11"/>
    <dgm:cxn modelId="{B49DB8DB-BE43-4A6C-BCAF-C4ED3E7DD3F7}" type="presParOf" srcId="{9EB58D75-7617-4A2F-A942-4B877C4DBDA2}" destId="{9B4A23AE-5EB2-485C-AB6D-F871B4E303BD}" srcOrd="1" destOrd="0" presId="urn:microsoft.com/office/officeart/2005/8/layout/hProcess11"/>
    <dgm:cxn modelId="{F9A372C4-CD10-4B94-B73A-E62B1E03766A}" type="presParOf" srcId="{9EB58D75-7617-4A2F-A942-4B877C4DBDA2}" destId="{EC4195B0-D6B4-40CA-9DD5-2ECF1F260CCF}"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149298-2A7C-4566-BC4A-A1C120C274A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ru-RU"/>
        </a:p>
      </dgm:t>
    </dgm:pt>
    <dgm:pt modelId="{9DB6A11F-E131-42E7-BA68-933E1F5C9495}">
      <dgm:prSet phldrT="[Текст]"/>
      <dgm:spPr/>
      <dgm:t>
        <a:bodyPr/>
        <a:lstStyle/>
        <a:p>
          <a:r>
            <a:rPr lang="ru-RU"/>
            <a:t>Анализ вибросигнала</a:t>
          </a:r>
        </a:p>
      </dgm:t>
    </dgm:pt>
    <dgm:pt modelId="{D5F53C06-307E-4911-9E31-64024799F4EE}" type="parTrans" cxnId="{F01F7261-929C-47C0-A008-98550D88F2E6}">
      <dgm:prSet/>
      <dgm:spPr/>
      <dgm:t>
        <a:bodyPr/>
        <a:lstStyle/>
        <a:p>
          <a:endParaRPr lang="ru-RU"/>
        </a:p>
      </dgm:t>
    </dgm:pt>
    <dgm:pt modelId="{F1F2230D-9A59-483B-82DC-FEF6785CD47A}" type="sibTrans" cxnId="{F01F7261-929C-47C0-A008-98550D88F2E6}">
      <dgm:prSet/>
      <dgm:spPr/>
      <dgm:t>
        <a:bodyPr/>
        <a:lstStyle/>
        <a:p>
          <a:endParaRPr lang="ru-RU"/>
        </a:p>
      </dgm:t>
    </dgm:pt>
    <dgm:pt modelId="{6B7027CA-DE11-48F1-B796-E1BF29F8D8A9}">
      <dgm:prSet phldrT="[Текст]"/>
      <dgm:spPr/>
      <dgm:t>
        <a:bodyPr/>
        <a:lstStyle/>
        <a:p>
          <a:r>
            <a:rPr lang="ru-RU"/>
            <a:t>Анализ во временной зоне</a:t>
          </a:r>
        </a:p>
      </dgm:t>
    </dgm:pt>
    <dgm:pt modelId="{37447A33-112D-47F8-A123-5AFADF624D04}" type="parTrans" cxnId="{1CD903F2-58E0-43EC-B09A-D23833541871}">
      <dgm:prSet/>
      <dgm:spPr/>
      <dgm:t>
        <a:bodyPr/>
        <a:lstStyle/>
        <a:p>
          <a:endParaRPr lang="ru-RU"/>
        </a:p>
      </dgm:t>
    </dgm:pt>
    <dgm:pt modelId="{1C74BB98-0DEB-4629-94B1-D3F5D46059F0}" type="sibTrans" cxnId="{1CD903F2-58E0-43EC-B09A-D23833541871}">
      <dgm:prSet/>
      <dgm:spPr/>
      <dgm:t>
        <a:bodyPr/>
        <a:lstStyle/>
        <a:p>
          <a:endParaRPr lang="ru-RU"/>
        </a:p>
      </dgm:t>
    </dgm:pt>
    <dgm:pt modelId="{2C20A011-8F83-4306-91CE-7AFDB10233FF}">
      <dgm:prSet phldrT="[Текст]"/>
      <dgm:spPr/>
      <dgm:t>
        <a:bodyPr/>
        <a:lstStyle/>
        <a:p>
          <a:r>
            <a:rPr lang="ru-RU"/>
            <a:t>Анализ в частотной зоне</a:t>
          </a:r>
        </a:p>
      </dgm:t>
    </dgm:pt>
    <dgm:pt modelId="{2BE33F7E-5448-438F-9227-21D620966C14}" type="parTrans" cxnId="{21756F2A-87D5-49BA-A8ED-B7BA673CB7AF}">
      <dgm:prSet/>
      <dgm:spPr/>
      <dgm:t>
        <a:bodyPr/>
        <a:lstStyle/>
        <a:p>
          <a:endParaRPr lang="ru-RU"/>
        </a:p>
      </dgm:t>
    </dgm:pt>
    <dgm:pt modelId="{E5338539-B06C-46CF-809E-1E309976401A}" type="sibTrans" cxnId="{21756F2A-87D5-49BA-A8ED-B7BA673CB7AF}">
      <dgm:prSet/>
      <dgm:spPr/>
      <dgm:t>
        <a:bodyPr/>
        <a:lstStyle/>
        <a:p>
          <a:endParaRPr lang="ru-RU"/>
        </a:p>
      </dgm:t>
    </dgm:pt>
    <dgm:pt modelId="{090C0225-1FA4-44CE-A18A-D57447AE8916}">
      <dgm:prSet/>
      <dgm:spPr/>
      <dgm:t>
        <a:bodyPr/>
        <a:lstStyle/>
        <a:p>
          <a:r>
            <a:rPr lang="ru-RU"/>
            <a:t>Статистический анализ</a:t>
          </a:r>
        </a:p>
      </dgm:t>
    </dgm:pt>
    <dgm:pt modelId="{1E5A0F40-5378-4E17-B1EE-F94C9E450706}" type="parTrans" cxnId="{7EE718D6-1BF3-4C8F-8323-871730B75220}">
      <dgm:prSet/>
      <dgm:spPr/>
      <dgm:t>
        <a:bodyPr/>
        <a:lstStyle/>
        <a:p>
          <a:endParaRPr lang="ru-RU"/>
        </a:p>
      </dgm:t>
    </dgm:pt>
    <dgm:pt modelId="{542E003A-FA47-4EB4-9D50-E4237E255983}" type="sibTrans" cxnId="{7EE718D6-1BF3-4C8F-8323-871730B75220}">
      <dgm:prSet/>
      <dgm:spPr/>
      <dgm:t>
        <a:bodyPr/>
        <a:lstStyle/>
        <a:p>
          <a:endParaRPr lang="ru-RU"/>
        </a:p>
      </dgm:t>
    </dgm:pt>
    <dgm:pt modelId="{E5CC1CC7-1C85-4E4C-9000-AA1B42F9C8B8}">
      <dgm:prSet/>
      <dgm:spPr/>
      <dgm:t>
        <a:bodyPr/>
        <a:lstStyle/>
        <a:p>
          <a:r>
            <a:rPr lang="ru-RU"/>
            <a:t>Среднее квадратичное значение(</a:t>
          </a:r>
          <a:r>
            <a:rPr lang="en-US"/>
            <a:t>RMS</a:t>
          </a:r>
          <a:r>
            <a:rPr lang="ru-RU"/>
            <a:t>)</a:t>
          </a:r>
        </a:p>
      </dgm:t>
    </dgm:pt>
    <dgm:pt modelId="{3008B691-4343-4B14-8387-D1C6D1951A9A}" type="parTrans" cxnId="{BE12CF6E-CD0D-4770-BA70-DC3A967C76B6}">
      <dgm:prSet/>
      <dgm:spPr/>
      <dgm:t>
        <a:bodyPr/>
        <a:lstStyle/>
        <a:p>
          <a:endParaRPr lang="ru-RU"/>
        </a:p>
      </dgm:t>
    </dgm:pt>
    <dgm:pt modelId="{3EE2970C-80E9-4A9C-B0D4-02D5DE3E7CA5}" type="sibTrans" cxnId="{BE12CF6E-CD0D-4770-BA70-DC3A967C76B6}">
      <dgm:prSet/>
      <dgm:spPr/>
      <dgm:t>
        <a:bodyPr/>
        <a:lstStyle/>
        <a:p>
          <a:endParaRPr lang="ru-RU"/>
        </a:p>
      </dgm:t>
    </dgm:pt>
    <dgm:pt modelId="{5DBC1466-CABB-484C-9035-82BD5BEEDD1F}">
      <dgm:prSet/>
      <dgm:spPr/>
      <dgm:t>
        <a:bodyPr/>
        <a:lstStyle/>
        <a:p>
          <a:r>
            <a:rPr lang="ru-RU"/>
            <a:t>Пик-фактор</a:t>
          </a:r>
        </a:p>
      </dgm:t>
    </dgm:pt>
    <dgm:pt modelId="{30776465-F4F5-4B30-AB06-1D0FF0BCB0B7}" type="parTrans" cxnId="{826A8446-B82F-4C23-97F2-21F282BB7608}">
      <dgm:prSet/>
      <dgm:spPr/>
      <dgm:t>
        <a:bodyPr/>
        <a:lstStyle/>
        <a:p>
          <a:endParaRPr lang="ru-RU"/>
        </a:p>
      </dgm:t>
    </dgm:pt>
    <dgm:pt modelId="{C17C679E-85CB-4786-ADA8-936B1B7C924A}" type="sibTrans" cxnId="{826A8446-B82F-4C23-97F2-21F282BB7608}">
      <dgm:prSet/>
      <dgm:spPr/>
      <dgm:t>
        <a:bodyPr/>
        <a:lstStyle/>
        <a:p>
          <a:endParaRPr lang="ru-RU"/>
        </a:p>
      </dgm:t>
    </dgm:pt>
    <dgm:pt modelId="{319720E6-6333-478C-94F5-6A51BB4D8857}">
      <dgm:prSet/>
      <dgm:spPr/>
      <dgm:t>
        <a:bodyPr/>
        <a:lstStyle/>
        <a:p>
          <a:r>
            <a:rPr lang="ru-RU"/>
            <a:t>Анализ формы сигнала</a:t>
          </a:r>
        </a:p>
      </dgm:t>
    </dgm:pt>
    <dgm:pt modelId="{A4445F85-5023-4C0C-B3AB-6AEFE5DEBB20}" type="parTrans" cxnId="{DD1FC1C6-08C4-4EAD-9037-67E063A2DD0E}">
      <dgm:prSet/>
      <dgm:spPr/>
      <dgm:t>
        <a:bodyPr/>
        <a:lstStyle/>
        <a:p>
          <a:endParaRPr lang="ru-RU"/>
        </a:p>
      </dgm:t>
    </dgm:pt>
    <dgm:pt modelId="{DCAD5AB0-1996-4227-9CB2-710E714BC3AA}" type="sibTrans" cxnId="{DD1FC1C6-08C4-4EAD-9037-67E063A2DD0E}">
      <dgm:prSet/>
      <dgm:spPr/>
      <dgm:t>
        <a:bodyPr/>
        <a:lstStyle/>
        <a:p>
          <a:endParaRPr lang="ru-RU"/>
        </a:p>
      </dgm:t>
    </dgm:pt>
    <dgm:pt modelId="{3B359D7F-CD3A-4FE1-9F52-C98C7AE7713E}">
      <dgm:prSet/>
      <dgm:spPr/>
      <dgm:t>
        <a:bodyPr/>
        <a:lstStyle/>
        <a:p>
          <a:r>
            <a:rPr lang="ru-RU" dirty="0"/>
            <a:t>Полосовая фильтрация</a:t>
          </a:r>
        </a:p>
      </dgm:t>
    </dgm:pt>
    <dgm:pt modelId="{39319DA4-0E0F-4D73-9159-D64043DF852D}" type="parTrans" cxnId="{21372B30-88E5-4026-A9DA-C2D129684F3C}">
      <dgm:prSet/>
      <dgm:spPr/>
      <dgm:t>
        <a:bodyPr/>
        <a:lstStyle/>
        <a:p>
          <a:endParaRPr lang="ru-RU"/>
        </a:p>
      </dgm:t>
    </dgm:pt>
    <dgm:pt modelId="{BA77D30B-0947-48D4-8F4D-B8C52A1A51CC}" type="sibTrans" cxnId="{21372B30-88E5-4026-A9DA-C2D129684F3C}">
      <dgm:prSet/>
      <dgm:spPr/>
      <dgm:t>
        <a:bodyPr/>
        <a:lstStyle/>
        <a:p>
          <a:endParaRPr lang="ru-RU"/>
        </a:p>
      </dgm:t>
    </dgm:pt>
    <dgm:pt modelId="{F06EED86-753D-4E9D-A51D-3535B9FA51A3}">
      <dgm:prSet/>
      <dgm:spPr/>
      <dgm:t>
        <a:bodyPr/>
        <a:lstStyle/>
        <a:p>
          <a:r>
            <a:rPr lang="ru-RU" dirty="0"/>
            <a:t>Спектральный анализ </a:t>
          </a:r>
          <a:r>
            <a:rPr lang="ru-RU" dirty="0" smtClean="0"/>
            <a:t>ДПФ</a:t>
          </a:r>
          <a:endParaRPr lang="ru-RU" dirty="0"/>
        </a:p>
      </dgm:t>
    </dgm:pt>
    <dgm:pt modelId="{A63DD8B4-D0D9-4E85-92DF-724B9E48D5D6}" type="parTrans" cxnId="{DA664E52-8863-462B-90EC-9BFB60DA2299}">
      <dgm:prSet/>
      <dgm:spPr/>
      <dgm:t>
        <a:bodyPr/>
        <a:lstStyle/>
        <a:p>
          <a:endParaRPr lang="ru-RU"/>
        </a:p>
      </dgm:t>
    </dgm:pt>
    <dgm:pt modelId="{609C6EF6-7777-4EA0-A81D-BA015A33E5B8}" type="sibTrans" cxnId="{DA664E52-8863-462B-90EC-9BFB60DA2299}">
      <dgm:prSet/>
      <dgm:spPr/>
      <dgm:t>
        <a:bodyPr/>
        <a:lstStyle/>
        <a:p>
          <a:endParaRPr lang="ru-RU"/>
        </a:p>
      </dgm:t>
    </dgm:pt>
    <dgm:pt modelId="{6E94B26C-C850-494D-B3AA-FCF4E1404B26}">
      <dgm:prSet/>
      <dgm:spPr/>
      <dgm:t>
        <a:bodyPr/>
        <a:lstStyle/>
        <a:p>
          <a:r>
            <a:rPr lang="ru-RU"/>
            <a:t>Вейвлет анализ</a:t>
          </a:r>
        </a:p>
      </dgm:t>
    </dgm:pt>
    <dgm:pt modelId="{F1A5ED4D-BA68-4B47-95E6-CA9886685923}" type="parTrans" cxnId="{B92FA758-AEFE-4E75-9F25-D6F6D0D01B38}">
      <dgm:prSet/>
      <dgm:spPr/>
      <dgm:t>
        <a:bodyPr/>
        <a:lstStyle/>
        <a:p>
          <a:endParaRPr lang="ru-RU"/>
        </a:p>
      </dgm:t>
    </dgm:pt>
    <dgm:pt modelId="{44EAA00B-B214-4596-8273-2997C61B9537}" type="sibTrans" cxnId="{B92FA758-AEFE-4E75-9F25-D6F6D0D01B38}">
      <dgm:prSet/>
      <dgm:spPr/>
      <dgm:t>
        <a:bodyPr/>
        <a:lstStyle/>
        <a:p>
          <a:endParaRPr lang="ru-RU"/>
        </a:p>
      </dgm:t>
    </dgm:pt>
    <dgm:pt modelId="{EBA8BF9C-45AC-487A-9EB6-EF49373FD000}" type="pres">
      <dgm:prSet presAssocID="{31149298-2A7C-4566-BC4A-A1C120C274AE}" presName="hierChild1" presStyleCnt="0">
        <dgm:presLayoutVars>
          <dgm:orgChart val="1"/>
          <dgm:chPref val="1"/>
          <dgm:dir/>
          <dgm:animOne val="branch"/>
          <dgm:animLvl val="lvl"/>
          <dgm:resizeHandles/>
        </dgm:presLayoutVars>
      </dgm:prSet>
      <dgm:spPr/>
      <dgm:t>
        <a:bodyPr/>
        <a:lstStyle/>
        <a:p>
          <a:endParaRPr lang="ru-RU"/>
        </a:p>
      </dgm:t>
    </dgm:pt>
    <dgm:pt modelId="{C78B80C9-E83B-4367-9D07-74FB99484C70}" type="pres">
      <dgm:prSet presAssocID="{9DB6A11F-E131-42E7-BA68-933E1F5C9495}" presName="hierRoot1" presStyleCnt="0">
        <dgm:presLayoutVars>
          <dgm:hierBranch val="init"/>
        </dgm:presLayoutVars>
      </dgm:prSet>
      <dgm:spPr/>
    </dgm:pt>
    <dgm:pt modelId="{86EE50D0-812B-441B-89B7-797898B5C8FE}" type="pres">
      <dgm:prSet presAssocID="{9DB6A11F-E131-42E7-BA68-933E1F5C9495}" presName="rootComposite1" presStyleCnt="0"/>
      <dgm:spPr/>
    </dgm:pt>
    <dgm:pt modelId="{FBFD852B-AAB7-487A-98AF-ADCC72926670}" type="pres">
      <dgm:prSet presAssocID="{9DB6A11F-E131-42E7-BA68-933E1F5C9495}" presName="rootText1" presStyleLbl="node0" presStyleIdx="0" presStyleCnt="1" custLinFactNeighborY="-2375">
        <dgm:presLayoutVars>
          <dgm:chPref val="3"/>
        </dgm:presLayoutVars>
      </dgm:prSet>
      <dgm:spPr/>
      <dgm:t>
        <a:bodyPr/>
        <a:lstStyle/>
        <a:p>
          <a:endParaRPr lang="ru-RU"/>
        </a:p>
      </dgm:t>
    </dgm:pt>
    <dgm:pt modelId="{16F5EA19-9212-45C2-86EE-A05A2C8CC896}" type="pres">
      <dgm:prSet presAssocID="{9DB6A11F-E131-42E7-BA68-933E1F5C9495}" presName="rootConnector1" presStyleLbl="node1" presStyleIdx="0" presStyleCnt="0"/>
      <dgm:spPr/>
      <dgm:t>
        <a:bodyPr/>
        <a:lstStyle/>
        <a:p>
          <a:endParaRPr lang="ru-RU"/>
        </a:p>
      </dgm:t>
    </dgm:pt>
    <dgm:pt modelId="{A2E0C358-6FFE-4501-B134-117D0D3C43CF}" type="pres">
      <dgm:prSet presAssocID="{9DB6A11F-E131-42E7-BA68-933E1F5C9495}" presName="hierChild2" presStyleCnt="0"/>
      <dgm:spPr/>
    </dgm:pt>
    <dgm:pt modelId="{78A88A4C-1886-4258-9B0D-72A956A10ED3}" type="pres">
      <dgm:prSet presAssocID="{37447A33-112D-47F8-A123-5AFADF624D04}" presName="Name37" presStyleLbl="parChTrans1D2" presStyleIdx="0" presStyleCnt="2"/>
      <dgm:spPr/>
      <dgm:t>
        <a:bodyPr/>
        <a:lstStyle/>
        <a:p>
          <a:endParaRPr lang="ru-RU"/>
        </a:p>
      </dgm:t>
    </dgm:pt>
    <dgm:pt modelId="{924A840B-0F50-4615-A0DB-5A1B5E3098E5}" type="pres">
      <dgm:prSet presAssocID="{6B7027CA-DE11-48F1-B796-E1BF29F8D8A9}" presName="hierRoot2" presStyleCnt="0">
        <dgm:presLayoutVars>
          <dgm:hierBranch val="init"/>
        </dgm:presLayoutVars>
      </dgm:prSet>
      <dgm:spPr/>
    </dgm:pt>
    <dgm:pt modelId="{4DF21F52-466F-4554-87BB-518C15034F51}" type="pres">
      <dgm:prSet presAssocID="{6B7027CA-DE11-48F1-B796-E1BF29F8D8A9}" presName="rootComposite" presStyleCnt="0"/>
      <dgm:spPr/>
    </dgm:pt>
    <dgm:pt modelId="{046DA7A4-A99B-45E8-B606-E1272A6207F1}" type="pres">
      <dgm:prSet presAssocID="{6B7027CA-DE11-48F1-B796-E1BF29F8D8A9}" presName="rootText" presStyleLbl="node2" presStyleIdx="0" presStyleCnt="2">
        <dgm:presLayoutVars>
          <dgm:chPref val="3"/>
        </dgm:presLayoutVars>
      </dgm:prSet>
      <dgm:spPr/>
      <dgm:t>
        <a:bodyPr/>
        <a:lstStyle/>
        <a:p>
          <a:endParaRPr lang="ru-RU"/>
        </a:p>
      </dgm:t>
    </dgm:pt>
    <dgm:pt modelId="{9B00469D-7257-416A-8495-AAAD63EC8B5A}" type="pres">
      <dgm:prSet presAssocID="{6B7027CA-DE11-48F1-B796-E1BF29F8D8A9}" presName="rootConnector" presStyleLbl="node2" presStyleIdx="0" presStyleCnt="2"/>
      <dgm:spPr/>
      <dgm:t>
        <a:bodyPr/>
        <a:lstStyle/>
        <a:p>
          <a:endParaRPr lang="ru-RU"/>
        </a:p>
      </dgm:t>
    </dgm:pt>
    <dgm:pt modelId="{6AED67D7-14D7-42A3-82FF-F4984D3ADD54}" type="pres">
      <dgm:prSet presAssocID="{6B7027CA-DE11-48F1-B796-E1BF29F8D8A9}" presName="hierChild4" presStyleCnt="0"/>
      <dgm:spPr/>
    </dgm:pt>
    <dgm:pt modelId="{41B00389-8E94-47CF-9944-FBAA17975941}" type="pres">
      <dgm:prSet presAssocID="{1E5A0F40-5378-4E17-B1EE-F94C9E450706}" presName="Name37" presStyleLbl="parChTrans1D3" presStyleIdx="0" presStyleCnt="5"/>
      <dgm:spPr/>
      <dgm:t>
        <a:bodyPr/>
        <a:lstStyle/>
        <a:p>
          <a:endParaRPr lang="ru-RU"/>
        </a:p>
      </dgm:t>
    </dgm:pt>
    <dgm:pt modelId="{F3004EFA-BE38-46C8-ABE2-6179A5F95B02}" type="pres">
      <dgm:prSet presAssocID="{090C0225-1FA4-44CE-A18A-D57447AE8916}" presName="hierRoot2" presStyleCnt="0">
        <dgm:presLayoutVars>
          <dgm:hierBranch val="init"/>
        </dgm:presLayoutVars>
      </dgm:prSet>
      <dgm:spPr/>
    </dgm:pt>
    <dgm:pt modelId="{289974EE-66C2-47ED-BD62-E9824476072F}" type="pres">
      <dgm:prSet presAssocID="{090C0225-1FA4-44CE-A18A-D57447AE8916}" presName="rootComposite" presStyleCnt="0"/>
      <dgm:spPr/>
    </dgm:pt>
    <dgm:pt modelId="{0E002931-572C-409F-860E-8DE27D35F8DE}" type="pres">
      <dgm:prSet presAssocID="{090C0225-1FA4-44CE-A18A-D57447AE8916}" presName="rootText" presStyleLbl="node3" presStyleIdx="0" presStyleCnt="5">
        <dgm:presLayoutVars>
          <dgm:chPref val="3"/>
        </dgm:presLayoutVars>
      </dgm:prSet>
      <dgm:spPr/>
      <dgm:t>
        <a:bodyPr/>
        <a:lstStyle/>
        <a:p>
          <a:endParaRPr lang="ru-RU"/>
        </a:p>
      </dgm:t>
    </dgm:pt>
    <dgm:pt modelId="{4EEA151E-B007-4921-857C-21C0972DAF68}" type="pres">
      <dgm:prSet presAssocID="{090C0225-1FA4-44CE-A18A-D57447AE8916}" presName="rootConnector" presStyleLbl="node3" presStyleIdx="0" presStyleCnt="5"/>
      <dgm:spPr/>
      <dgm:t>
        <a:bodyPr/>
        <a:lstStyle/>
        <a:p>
          <a:endParaRPr lang="ru-RU"/>
        </a:p>
      </dgm:t>
    </dgm:pt>
    <dgm:pt modelId="{AD245646-4CC3-4EF9-9F68-644495284A17}" type="pres">
      <dgm:prSet presAssocID="{090C0225-1FA4-44CE-A18A-D57447AE8916}" presName="hierChild4" presStyleCnt="0"/>
      <dgm:spPr/>
    </dgm:pt>
    <dgm:pt modelId="{EC7A4356-83AA-4962-9DBA-E3B44461D353}" type="pres">
      <dgm:prSet presAssocID="{3008B691-4343-4B14-8387-D1C6D1951A9A}" presName="Name37" presStyleLbl="parChTrans1D4" presStyleIdx="0" presStyleCnt="2"/>
      <dgm:spPr/>
      <dgm:t>
        <a:bodyPr/>
        <a:lstStyle/>
        <a:p>
          <a:endParaRPr lang="ru-RU"/>
        </a:p>
      </dgm:t>
    </dgm:pt>
    <dgm:pt modelId="{F86205C3-F9C0-4A1A-99BB-05C5D6BC266C}" type="pres">
      <dgm:prSet presAssocID="{E5CC1CC7-1C85-4E4C-9000-AA1B42F9C8B8}" presName="hierRoot2" presStyleCnt="0">
        <dgm:presLayoutVars>
          <dgm:hierBranch val="init"/>
        </dgm:presLayoutVars>
      </dgm:prSet>
      <dgm:spPr/>
    </dgm:pt>
    <dgm:pt modelId="{B2D082C5-A848-4CB8-B006-D436A2B41870}" type="pres">
      <dgm:prSet presAssocID="{E5CC1CC7-1C85-4E4C-9000-AA1B42F9C8B8}" presName="rootComposite" presStyleCnt="0"/>
      <dgm:spPr/>
    </dgm:pt>
    <dgm:pt modelId="{7098D889-0253-4197-BE6A-62F94ADABE13}" type="pres">
      <dgm:prSet presAssocID="{E5CC1CC7-1C85-4E4C-9000-AA1B42F9C8B8}" presName="rootText" presStyleLbl="node4" presStyleIdx="0" presStyleCnt="2">
        <dgm:presLayoutVars>
          <dgm:chPref val="3"/>
        </dgm:presLayoutVars>
      </dgm:prSet>
      <dgm:spPr/>
      <dgm:t>
        <a:bodyPr/>
        <a:lstStyle/>
        <a:p>
          <a:endParaRPr lang="ru-RU"/>
        </a:p>
      </dgm:t>
    </dgm:pt>
    <dgm:pt modelId="{AD36363C-C291-4C38-9436-C1BA9CD696D6}" type="pres">
      <dgm:prSet presAssocID="{E5CC1CC7-1C85-4E4C-9000-AA1B42F9C8B8}" presName="rootConnector" presStyleLbl="node4" presStyleIdx="0" presStyleCnt="2"/>
      <dgm:spPr/>
      <dgm:t>
        <a:bodyPr/>
        <a:lstStyle/>
        <a:p>
          <a:endParaRPr lang="ru-RU"/>
        </a:p>
      </dgm:t>
    </dgm:pt>
    <dgm:pt modelId="{F93C1768-4DDD-4B45-B3D4-96D0A1D3BC00}" type="pres">
      <dgm:prSet presAssocID="{E5CC1CC7-1C85-4E4C-9000-AA1B42F9C8B8}" presName="hierChild4" presStyleCnt="0"/>
      <dgm:spPr/>
    </dgm:pt>
    <dgm:pt modelId="{04A36A27-0D49-4C3B-9EE1-737F1454468A}" type="pres">
      <dgm:prSet presAssocID="{E5CC1CC7-1C85-4E4C-9000-AA1B42F9C8B8}" presName="hierChild5" presStyleCnt="0"/>
      <dgm:spPr/>
    </dgm:pt>
    <dgm:pt modelId="{1299F215-B8ED-4352-81E9-F390F2B1A7EF}" type="pres">
      <dgm:prSet presAssocID="{30776465-F4F5-4B30-AB06-1D0FF0BCB0B7}" presName="Name37" presStyleLbl="parChTrans1D4" presStyleIdx="1" presStyleCnt="2"/>
      <dgm:spPr/>
      <dgm:t>
        <a:bodyPr/>
        <a:lstStyle/>
        <a:p>
          <a:endParaRPr lang="ru-RU"/>
        </a:p>
      </dgm:t>
    </dgm:pt>
    <dgm:pt modelId="{55B86233-4D12-4935-BD84-7EC6701E4471}" type="pres">
      <dgm:prSet presAssocID="{5DBC1466-CABB-484C-9035-82BD5BEEDD1F}" presName="hierRoot2" presStyleCnt="0">
        <dgm:presLayoutVars>
          <dgm:hierBranch val="init"/>
        </dgm:presLayoutVars>
      </dgm:prSet>
      <dgm:spPr/>
    </dgm:pt>
    <dgm:pt modelId="{5BDED205-2AC9-44A3-84A1-B404DC1BB445}" type="pres">
      <dgm:prSet presAssocID="{5DBC1466-CABB-484C-9035-82BD5BEEDD1F}" presName="rootComposite" presStyleCnt="0"/>
      <dgm:spPr/>
    </dgm:pt>
    <dgm:pt modelId="{6BCAD399-3BA8-47F3-80EF-633200FB43E1}" type="pres">
      <dgm:prSet presAssocID="{5DBC1466-CABB-484C-9035-82BD5BEEDD1F}" presName="rootText" presStyleLbl="node4" presStyleIdx="1" presStyleCnt="2">
        <dgm:presLayoutVars>
          <dgm:chPref val="3"/>
        </dgm:presLayoutVars>
      </dgm:prSet>
      <dgm:spPr/>
      <dgm:t>
        <a:bodyPr/>
        <a:lstStyle/>
        <a:p>
          <a:endParaRPr lang="ru-RU"/>
        </a:p>
      </dgm:t>
    </dgm:pt>
    <dgm:pt modelId="{75502741-48EC-4886-978B-B3CF4D8F3F49}" type="pres">
      <dgm:prSet presAssocID="{5DBC1466-CABB-484C-9035-82BD5BEEDD1F}" presName="rootConnector" presStyleLbl="node4" presStyleIdx="1" presStyleCnt="2"/>
      <dgm:spPr/>
      <dgm:t>
        <a:bodyPr/>
        <a:lstStyle/>
        <a:p>
          <a:endParaRPr lang="ru-RU"/>
        </a:p>
      </dgm:t>
    </dgm:pt>
    <dgm:pt modelId="{A9DC6105-33C4-4B8B-9380-559833DB3DB0}" type="pres">
      <dgm:prSet presAssocID="{5DBC1466-CABB-484C-9035-82BD5BEEDD1F}" presName="hierChild4" presStyleCnt="0"/>
      <dgm:spPr/>
    </dgm:pt>
    <dgm:pt modelId="{EA2CB92B-C201-4305-A5C0-DBE3951EE083}" type="pres">
      <dgm:prSet presAssocID="{5DBC1466-CABB-484C-9035-82BD5BEEDD1F}" presName="hierChild5" presStyleCnt="0"/>
      <dgm:spPr/>
    </dgm:pt>
    <dgm:pt modelId="{C59FCCA6-ABBF-4042-9AC1-BB40FEBCB489}" type="pres">
      <dgm:prSet presAssocID="{090C0225-1FA4-44CE-A18A-D57447AE8916}" presName="hierChild5" presStyleCnt="0"/>
      <dgm:spPr/>
    </dgm:pt>
    <dgm:pt modelId="{9134C2A2-3115-4CCE-BD32-4B7455A1CD0B}" type="pres">
      <dgm:prSet presAssocID="{A4445F85-5023-4C0C-B3AB-6AEFE5DEBB20}" presName="Name37" presStyleLbl="parChTrans1D3" presStyleIdx="1" presStyleCnt="5"/>
      <dgm:spPr/>
      <dgm:t>
        <a:bodyPr/>
        <a:lstStyle/>
        <a:p>
          <a:endParaRPr lang="ru-RU"/>
        </a:p>
      </dgm:t>
    </dgm:pt>
    <dgm:pt modelId="{EA1B4BBC-0365-488E-BF66-666A5AA86C4E}" type="pres">
      <dgm:prSet presAssocID="{319720E6-6333-478C-94F5-6A51BB4D8857}" presName="hierRoot2" presStyleCnt="0">
        <dgm:presLayoutVars>
          <dgm:hierBranch val="init"/>
        </dgm:presLayoutVars>
      </dgm:prSet>
      <dgm:spPr/>
    </dgm:pt>
    <dgm:pt modelId="{55E76E7F-0D1F-4325-B41A-879987E41CE4}" type="pres">
      <dgm:prSet presAssocID="{319720E6-6333-478C-94F5-6A51BB4D8857}" presName="rootComposite" presStyleCnt="0"/>
      <dgm:spPr/>
    </dgm:pt>
    <dgm:pt modelId="{7D48AD18-6945-4BA0-80FC-ABF156C6A327}" type="pres">
      <dgm:prSet presAssocID="{319720E6-6333-478C-94F5-6A51BB4D8857}" presName="rootText" presStyleLbl="node3" presStyleIdx="1" presStyleCnt="5">
        <dgm:presLayoutVars>
          <dgm:chPref val="3"/>
        </dgm:presLayoutVars>
      </dgm:prSet>
      <dgm:spPr/>
      <dgm:t>
        <a:bodyPr/>
        <a:lstStyle/>
        <a:p>
          <a:endParaRPr lang="ru-RU"/>
        </a:p>
      </dgm:t>
    </dgm:pt>
    <dgm:pt modelId="{54D77E53-20E1-47D5-9B0B-519A88C7973B}" type="pres">
      <dgm:prSet presAssocID="{319720E6-6333-478C-94F5-6A51BB4D8857}" presName="rootConnector" presStyleLbl="node3" presStyleIdx="1" presStyleCnt="5"/>
      <dgm:spPr/>
      <dgm:t>
        <a:bodyPr/>
        <a:lstStyle/>
        <a:p>
          <a:endParaRPr lang="ru-RU"/>
        </a:p>
      </dgm:t>
    </dgm:pt>
    <dgm:pt modelId="{C554E4F4-F0DC-4B3E-8DB4-8D8BDBB381B4}" type="pres">
      <dgm:prSet presAssocID="{319720E6-6333-478C-94F5-6A51BB4D8857}" presName="hierChild4" presStyleCnt="0"/>
      <dgm:spPr/>
    </dgm:pt>
    <dgm:pt modelId="{C0089F56-72BE-4AE2-A817-C35C4E56CAE7}" type="pres">
      <dgm:prSet presAssocID="{319720E6-6333-478C-94F5-6A51BB4D8857}" presName="hierChild5" presStyleCnt="0"/>
      <dgm:spPr/>
    </dgm:pt>
    <dgm:pt modelId="{7CAF18D3-55B1-4315-B164-9BE5EA6D4FB9}" type="pres">
      <dgm:prSet presAssocID="{6B7027CA-DE11-48F1-B796-E1BF29F8D8A9}" presName="hierChild5" presStyleCnt="0"/>
      <dgm:spPr/>
    </dgm:pt>
    <dgm:pt modelId="{7D610553-A2E0-4DD2-AC17-8CCC6340794C}" type="pres">
      <dgm:prSet presAssocID="{2BE33F7E-5448-438F-9227-21D620966C14}" presName="Name37" presStyleLbl="parChTrans1D2" presStyleIdx="1" presStyleCnt="2"/>
      <dgm:spPr/>
      <dgm:t>
        <a:bodyPr/>
        <a:lstStyle/>
        <a:p>
          <a:endParaRPr lang="ru-RU"/>
        </a:p>
      </dgm:t>
    </dgm:pt>
    <dgm:pt modelId="{BD489D69-2C62-4A98-A9C3-31DCC93D98EA}" type="pres">
      <dgm:prSet presAssocID="{2C20A011-8F83-4306-91CE-7AFDB10233FF}" presName="hierRoot2" presStyleCnt="0">
        <dgm:presLayoutVars>
          <dgm:hierBranch val="init"/>
        </dgm:presLayoutVars>
      </dgm:prSet>
      <dgm:spPr/>
    </dgm:pt>
    <dgm:pt modelId="{CA3C7A84-73B1-4AE7-8F78-066700EFD11A}" type="pres">
      <dgm:prSet presAssocID="{2C20A011-8F83-4306-91CE-7AFDB10233FF}" presName="rootComposite" presStyleCnt="0"/>
      <dgm:spPr/>
    </dgm:pt>
    <dgm:pt modelId="{15CDD422-C9B1-4692-B5E5-D079E2FC862D}" type="pres">
      <dgm:prSet presAssocID="{2C20A011-8F83-4306-91CE-7AFDB10233FF}" presName="rootText" presStyleLbl="node2" presStyleIdx="1" presStyleCnt="2">
        <dgm:presLayoutVars>
          <dgm:chPref val="3"/>
        </dgm:presLayoutVars>
      </dgm:prSet>
      <dgm:spPr/>
      <dgm:t>
        <a:bodyPr/>
        <a:lstStyle/>
        <a:p>
          <a:endParaRPr lang="ru-RU"/>
        </a:p>
      </dgm:t>
    </dgm:pt>
    <dgm:pt modelId="{E5827FA9-CB03-4F33-8F6D-FAA1176EC470}" type="pres">
      <dgm:prSet presAssocID="{2C20A011-8F83-4306-91CE-7AFDB10233FF}" presName="rootConnector" presStyleLbl="node2" presStyleIdx="1" presStyleCnt="2"/>
      <dgm:spPr/>
      <dgm:t>
        <a:bodyPr/>
        <a:lstStyle/>
        <a:p>
          <a:endParaRPr lang="ru-RU"/>
        </a:p>
      </dgm:t>
    </dgm:pt>
    <dgm:pt modelId="{DE21E3BB-F01B-4A4F-9C5E-90CAEB996E9A}" type="pres">
      <dgm:prSet presAssocID="{2C20A011-8F83-4306-91CE-7AFDB10233FF}" presName="hierChild4" presStyleCnt="0"/>
      <dgm:spPr/>
    </dgm:pt>
    <dgm:pt modelId="{73E4A1F6-A842-48D2-AE74-81CF296C340C}" type="pres">
      <dgm:prSet presAssocID="{39319DA4-0E0F-4D73-9159-D64043DF852D}" presName="Name37" presStyleLbl="parChTrans1D3" presStyleIdx="2" presStyleCnt="5"/>
      <dgm:spPr/>
      <dgm:t>
        <a:bodyPr/>
        <a:lstStyle/>
        <a:p>
          <a:endParaRPr lang="ru-RU"/>
        </a:p>
      </dgm:t>
    </dgm:pt>
    <dgm:pt modelId="{B2EB1511-1B08-436A-B003-CC009E18EAC2}" type="pres">
      <dgm:prSet presAssocID="{3B359D7F-CD3A-4FE1-9F52-C98C7AE7713E}" presName="hierRoot2" presStyleCnt="0">
        <dgm:presLayoutVars>
          <dgm:hierBranch val="init"/>
        </dgm:presLayoutVars>
      </dgm:prSet>
      <dgm:spPr/>
    </dgm:pt>
    <dgm:pt modelId="{ACAD565B-6811-4763-A7B9-2F99D5F844B0}" type="pres">
      <dgm:prSet presAssocID="{3B359D7F-CD3A-4FE1-9F52-C98C7AE7713E}" presName="rootComposite" presStyleCnt="0"/>
      <dgm:spPr/>
    </dgm:pt>
    <dgm:pt modelId="{EE3DCEDB-934C-46F8-9544-22A7B6BDABB7}" type="pres">
      <dgm:prSet presAssocID="{3B359D7F-CD3A-4FE1-9F52-C98C7AE7713E}" presName="rootText" presStyleLbl="node3" presStyleIdx="2" presStyleCnt="5">
        <dgm:presLayoutVars>
          <dgm:chPref val="3"/>
        </dgm:presLayoutVars>
      </dgm:prSet>
      <dgm:spPr/>
      <dgm:t>
        <a:bodyPr/>
        <a:lstStyle/>
        <a:p>
          <a:endParaRPr lang="ru-RU"/>
        </a:p>
      </dgm:t>
    </dgm:pt>
    <dgm:pt modelId="{298FAD8B-1E85-435E-AF2B-7FFBA89D7FE4}" type="pres">
      <dgm:prSet presAssocID="{3B359D7F-CD3A-4FE1-9F52-C98C7AE7713E}" presName="rootConnector" presStyleLbl="node3" presStyleIdx="2" presStyleCnt="5"/>
      <dgm:spPr/>
      <dgm:t>
        <a:bodyPr/>
        <a:lstStyle/>
        <a:p>
          <a:endParaRPr lang="ru-RU"/>
        </a:p>
      </dgm:t>
    </dgm:pt>
    <dgm:pt modelId="{159AC3DE-F91F-459A-9FAA-4E193E611D8B}" type="pres">
      <dgm:prSet presAssocID="{3B359D7F-CD3A-4FE1-9F52-C98C7AE7713E}" presName="hierChild4" presStyleCnt="0"/>
      <dgm:spPr/>
    </dgm:pt>
    <dgm:pt modelId="{066E4B00-3D4C-4817-A8C1-B4EA62081B87}" type="pres">
      <dgm:prSet presAssocID="{3B359D7F-CD3A-4FE1-9F52-C98C7AE7713E}" presName="hierChild5" presStyleCnt="0"/>
      <dgm:spPr/>
    </dgm:pt>
    <dgm:pt modelId="{178F3AF1-9C9E-479A-A186-1F22DB1A5AFA}" type="pres">
      <dgm:prSet presAssocID="{A63DD8B4-D0D9-4E85-92DF-724B9E48D5D6}" presName="Name37" presStyleLbl="parChTrans1D3" presStyleIdx="3" presStyleCnt="5"/>
      <dgm:spPr/>
      <dgm:t>
        <a:bodyPr/>
        <a:lstStyle/>
        <a:p>
          <a:endParaRPr lang="ru-RU"/>
        </a:p>
      </dgm:t>
    </dgm:pt>
    <dgm:pt modelId="{933DA685-3F4C-4DB5-9ED8-B8354EAF9063}" type="pres">
      <dgm:prSet presAssocID="{F06EED86-753D-4E9D-A51D-3535B9FA51A3}" presName="hierRoot2" presStyleCnt="0">
        <dgm:presLayoutVars>
          <dgm:hierBranch val="init"/>
        </dgm:presLayoutVars>
      </dgm:prSet>
      <dgm:spPr/>
    </dgm:pt>
    <dgm:pt modelId="{591EA4EF-B6A5-40A7-BA47-D2B131FC30DB}" type="pres">
      <dgm:prSet presAssocID="{F06EED86-753D-4E9D-A51D-3535B9FA51A3}" presName="rootComposite" presStyleCnt="0"/>
      <dgm:spPr/>
    </dgm:pt>
    <dgm:pt modelId="{BFC011D3-22C3-4F22-8B45-FAA5D489DB44}" type="pres">
      <dgm:prSet presAssocID="{F06EED86-753D-4E9D-A51D-3535B9FA51A3}" presName="rootText" presStyleLbl="node3" presStyleIdx="3" presStyleCnt="5">
        <dgm:presLayoutVars>
          <dgm:chPref val="3"/>
        </dgm:presLayoutVars>
      </dgm:prSet>
      <dgm:spPr/>
      <dgm:t>
        <a:bodyPr/>
        <a:lstStyle/>
        <a:p>
          <a:endParaRPr lang="ru-RU"/>
        </a:p>
      </dgm:t>
    </dgm:pt>
    <dgm:pt modelId="{DE05E081-53F2-40F5-B400-2E558E0BAC60}" type="pres">
      <dgm:prSet presAssocID="{F06EED86-753D-4E9D-A51D-3535B9FA51A3}" presName="rootConnector" presStyleLbl="node3" presStyleIdx="3" presStyleCnt="5"/>
      <dgm:spPr/>
      <dgm:t>
        <a:bodyPr/>
        <a:lstStyle/>
        <a:p>
          <a:endParaRPr lang="ru-RU"/>
        </a:p>
      </dgm:t>
    </dgm:pt>
    <dgm:pt modelId="{8A410D37-5D8A-4B93-940F-20011C12417E}" type="pres">
      <dgm:prSet presAssocID="{F06EED86-753D-4E9D-A51D-3535B9FA51A3}" presName="hierChild4" presStyleCnt="0"/>
      <dgm:spPr/>
    </dgm:pt>
    <dgm:pt modelId="{4C47E009-DFBB-4916-AE53-ECD259E76626}" type="pres">
      <dgm:prSet presAssocID="{F06EED86-753D-4E9D-A51D-3535B9FA51A3}" presName="hierChild5" presStyleCnt="0"/>
      <dgm:spPr/>
    </dgm:pt>
    <dgm:pt modelId="{A037642A-02E8-403E-883D-11B24FFD37AE}" type="pres">
      <dgm:prSet presAssocID="{F1A5ED4D-BA68-4B47-95E6-CA9886685923}" presName="Name37" presStyleLbl="parChTrans1D3" presStyleIdx="4" presStyleCnt="5"/>
      <dgm:spPr/>
      <dgm:t>
        <a:bodyPr/>
        <a:lstStyle/>
        <a:p>
          <a:endParaRPr lang="ru-RU"/>
        </a:p>
      </dgm:t>
    </dgm:pt>
    <dgm:pt modelId="{09DD5834-5D88-4ABC-8A86-87190C203902}" type="pres">
      <dgm:prSet presAssocID="{6E94B26C-C850-494D-B3AA-FCF4E1404B26}" presName="hierRoot2" presStyleCnt="0">
        <dgm:presLayoutVars>
          <dgm:hierBranch val="init"/>
        </dgm:presLayoutVars>
      </dgm:prSet>
      <dgm:spPr/>
    </dgm:pt>
    <dgm:pt modelId="{54512F1B-FD09-4175-B0B1-0328CD3BEA62}" type="pres">
      <dgm:prSet presAssocID="{6E94B26C-C850-494D-B3AA-FCF4E1404B26}" presName="rootComposite" presStyleCnt="0"/>
      <dgm:spPr/>
    </dgm:pt>
    <dgm:pt modelId="{665A5EE6-7A33-4A62-9A4F-D574E22079EE}" type="pres">
      <dgm:prSet presAssocID="{6E94B26C-C850-494D-B3AA-FCF4E1404B26}" presName="rootText" presStyleLbl="node3" presStyleIdx="4" presStyleCnt="5">
        <dgm:presLayoutVars>
          <dgm:chPref val="3"/>
        </dgm:presLayoutVars>
      </dgm:prSet>
      <dgm:spPr/>
      <dgm:t>
        <a:bodyPr/>
        <a:lstStyle/>
        <a:p>
          <a:endParaRPr lang="ru-RU"/>
        </a:p>
      </dgm:t>
    </dgm:pt>
    <dgm:pt modelId="{0AD84C63-A6E1-4BD0-A532-5D740FC79BDB}" type="pres">
      <dgm:prSet presAssocID="{6E94B26C-C850-494D-B3AA-FCF4E1404B26}" presName="rootConnector" presStyleLbl="node3" presStyleIdx="4" presStyleCnt="5"/>
      <dgm:spPr/>
      <dgm:t>
        <a:bodyPr/>
        <a:lstStyle/>
        <a:p>
          <a:endParaRPr lang="ru-RU"/>
        </a:p>
      </dgm:t>
    </dgm:pt>
    <dgm:pt modelId="{1CCE1A31-758A-4250-B9C2-47B32AE5420B}" type="pres">
      <dgm:prSet presAssocID="{6E94B26C-C850-494D-B3AA-FCF4E1404B26}" presName="hierChild4" presStyleCnt="0"/>
      <dgm:spPr/>
    </dgm:pt>
    <dgm:pt modelId="{7887B66C-D92C-40F3-9CCA-7B480454BE0A}" type="pres">
      <dgm:prSet presAssocID="{6E94B26C-C850-494D-B3AA-FCF4E1404B26}" presName="hierChild5" presStyleCnt="0"/>
      <dgm:spPr/>
    </dgm:pt>
    <dgm:pt modelId="{195B374C-52D5-4D9F-A7F3-60E66AC6A3FD}" type="pres">
      <dgm:prSet presAssocID="{2C20A011-8F83-4306-91CE-7AFDB10233FF}" presName="hierChild5" presStyleCnt="0"/>
      <dgm:spPr/>
    </dgm:pt>
    <dgm:pt modelId="{DEFE9EFD-DBC0-4C64-B17A-8AB675AAC8C5}" type="pres">
      <dgm:prSet presAssocID="{9DB6A11F-E131-42E7-BA68-933E1F5C9495}" presName="hierChild3" presStyleCnt="0"/>
      <dgm:spPr/>
    </dgm:pt>
  </dgm:ptLst>
  <dgm:cxnLst>
    <dgm:cxn modelId="{100DF107-8A0C-4D17-B73F-B71379FD7857}" type="presOf" srcId="{39319DA4-0E0F-4D73-9159-D64043DF852D}" destId="{73E4A1F6-A842-48D2-AE74-81CF296C340C}" srcOrd="0" destOrd="0" presId="urn:microsoft.com/office/officeart/2005/8/layout/orgChart1"/>
    <dgm:cxn modelId="{4EECA01D-550F-4B82-ABE5-FBC7F90F78A1}" type="presOf" srcId="{2BE33F7E-5448-438F-9227-21D620966C14}" destId="{7D610553-A2E0-4DD2-AC17-8CCC6340794C}" srcOrd="0" destOrd="0" presId="urn:microsoft.com/office/officeart/2005/8/layout/orgChart1"/>
    <dgm:cxn modelId="{8A9288F8-1D7B-438F-A24D-CEEE17483F78}" type="presOf" srcId="{3008B691-4343-4B14-8387-D1C6D1951A9A}" destId="{EC7A4356-83AA-4962-9DBA-E3B44461D353}" srcOrd="0" destOrd="0" presId="urn:microsoft.com/office/officeart/2005/8/layout/orgChart1"/>
    <dgm:cxn modelId="{220723D0-0CB2-4E84-B391-D87C7C7CB3C0}" type="presOf" srcId="{1E5A0F40-5378-4E17-B1EE-F94C9E450706}" destId="{41B00389-8E94-47CF-9944-FBAA17975941}" srcOrd="0" destOrd="0" presId="urn:microsoft.com/office/officeart/2005/8/layout/orgChart1"/>
    <dgm:cxn modelId="{F01F7261-929C-47C0-A008-98550D88F2E6}" srcId="{31149298-2A7C-4566-BC4A-A1C120C274AE}" destId="{9DB6A11F-E131-42E7-BA68-933E1F5C9495}" srcOrd="0" destOrd="0" parTransId="{D5F53C06-307E-4911-9E31-64024799F4EE}" sibTransId="{F1F2230D-9A59-483B-82DC-FEF6785CD47A}"/>
    <dgm:cxn modelId="{A0225894-B3AC-4BCB-A38C-F238856734BA}" type="presOf" srcId="{37447A33-112D-47F8-A123-5AFADF624D04}" destId="{78A88A4C-1886-4258-9B0D-72A956A10ED3}" srcOrd="0" destOrd="0" presId="urn:microsoft.com/office/officeart/2005/8/layout/orgChart1"/>
    <dgm:cxn modelId="{BE12CF6E-CD0D-4770-BA70-DC3A967C76B6}" srcId="{090C0225-1FA4-44CE-A18A-D57447AE8916}" destId="{E5CC1CC7-1C85-4E4C-9000-AA1B42F9C8B8}" srcOrd="0" destOrd="0" parTransId="{3008B691-4343-4B14-8387-D1C6D1951A9A}" sibTransId="{3EE2970C-80E9-4A9C-B0D4-02D5DE3E7CA5}"/>
    <dgm:cxn modelId="{E6BB2188-D984-4685-9E5C-9E2342032C0E}" type="presOf" srcId="{E5CC1CC7-1C85-4E4C-9000-AA1B42F9C8B8}" destId="{7098D889-0253-4197-BE6A-62F94ADABE13}" srcOrd="0" destOrd="0" presId="urn:microsoft.com/office/officeart/2005/8/layout/orgChart1"/>
    <dgm:cxn modelId="{9239D78B-EF9E-4299-83AD-68EB684088BB}" type="presOf" srcId="{F06EED86-753D-4E9D-A51D-3535B9FA51A3}" destId="{BFC011D3-22C3-4F22-8B45-FAA5D489DB44}" srcOrd="0" destOrd="0" presId="urn:microsoft.com/office/officeart/2005/8/layout/orgChart1"/>
    <dgm:cxn modelId="{011DD113-0BD4-4D72-8E37-BC42A7CA29F6}" type="presOf" srcId="{6B7027CA-DE11-48F1-B796-E1BF29F8D8A9}" destId="{9B00469D-7257-416A-8495-AAAD63EC8B5A}" srcOrd="1" destOrd="0" presId="urn:microsoft.com/office/officeart/2005/8/layout/orgChart1"/>
    <dgm:cxn modelId="{7B13DE58-ABC4-4DD8-9FDF-D9F039C8D12A}" type="presOf" srcId="{3B359D7F-CD3A-4FE1-9F52-C98C7AE7713E}" destId="{EE3DCEDB-934C-46F8-9544-22A7B6BDABB7}" srcOrd="0" destOrd="0" presId="urn:microsoft.com/office/officeart/2005/8/layout/orgChart1"/>
    <dgm:cxn modelId="{3DC4C7DD-E16A-421C-9382-214E94C7F892}" type="presOf" srcId="{A63DD8B4-D0D9-4E85-92DF-724B9E48D5D6}" destId="{178F3AF1-9C9E-479A-A186-1F22DB1A5AFA}" srcOrd="0" destOrd="0" presId="urn:microsoft.com/office/officeart/2005/8/layout/orgChart1"/>
    <dgm:cxn modelId="{DD1FC1C6-08C4-4EAD-9037-67E063A2DD0E}" srcId="{6B7027CA-DE11-48F1-B796-E1BF29F8D8A9}" destId="{319720E6-6333-478C-94F5-6A51BB4D8857}" srcOrd="1" destOrd="0" parTransId="{A4445F85-5023-4C0C-B3AB-6AEFE5DEBB20}" sibTransId="{DCAD5AB0-1996-4227-9CB2-710E714BC3AA}"/>
    <dgm:cxn modelId="{DA664E52-8863-462B-90EC-9BFB60DA2299}" srcId="{2C20A011-8F83-4306-91CE-7AFDB10233FF}" destId="{F06EED86-753D-4E9D-A51D-3535B9FA51A3}" srcOrd="1" destOrd="0" parTransId="{A63DD8B4-D0D9-4E85-92DF-724B9E48D5D6}" sibTransId="{609C6EF6-7777-4EA0-A81D-BA015A33E5B8}"/>
    <dgm:cxn modelId="{8F785572-C285-4A05-95AB-C1E66D131A7B}" type="presOf" srcId="{2C20A011-8F83-4306-91CE-7AFDB10233FF}" destId="{E5827FA9-CB03-4F33-8F6D-FAA1176EC470}" srcOrd="1" destOrd="0" presId="urn:microsoft.com/office/officeart/2005/8/layout/orgChart1"/>
    <dgm:cxn modelId="{AE0D9683-F583-41A6-824A-0AE0A8CBA09F}" type="presOf" srcId="{319720E6-6333-478C-94F5-6A51BB4D8857}" destId="{54D77E53-20E1-47D5-9B0B-519A88C7973B}" srcOrd="1" destOrd="0" presId="urn:microsoft.com/office/officeart/2005/8/layout/orgChart1"/>
    <dgm:cxn modelId="{5637C59A-A01C-4080-B49F-9D906578F3D3}" type="presOf" srcId="{090C0225-1FA4-44CE-A18A-D57447AE8916}" destId="{0E002931-572C-409F-860E-8DE27D35F8DE}" srcOrd="0" destOrd="0" presId="urn:microsoft.com/office/officeart/2005/8/layout/orgChart1"/>
    <dgm:cxn modelId="{3F89599C-B74C-4924-93FC-27EDB77FA230}" type="presOf" srcId="{090C0225-1FA4-44CE-A18A-D57447AE8916}" destId="{4EEA151E-B007-4921-857C-21C0972DAF68}" srcOrd="1" destOrd="0" presId="urn:microsoft.com/office/officeart/2005/8/layout/orgChart1"/>
    <dgm:cxn modelId="{7EE718D6-1BF3-4C8F-8323-871730B75220}" srcId="{6B7027CA-DE11-48F1-B796-E1BF29F8D8A9}" destId="{090C0225-1FA4-44CE-A18A-D57447AE8916}" srcOrd="0" destOrd="0" parTransId="{1E5A0F40-5378-4E17-B1EE-F94C9E450706}" sibTransId="{542E003A-FA47-4EB4-9D50-E4237E255983}"/>
    <dgm:cxn modelId="{18747C2A-4A4F-458F-AB57-ED6A6F6BAD43}" type="presOf" srcId="{319720E6-6333-478C-94F5-6A51BB4D8857}" destId="{7D48AD18-6945-4BA0-80FC-ABF156C6A327}" srcOrd="0" destOrd="0" presId="urn:microsoft.com/office/officeart/2005/8/layout/orgChart1"/>
    <dgm:cxn modelId="{B76AAF7F-C15D-4E2F-A97C-6C62CC95ABDF}" type="presOf" srcId="{6E94B26C-C850-494D-B3AA-FCF4E1404B26}" destId="{665A5EE6-7A33-4A62-9A4F-D574E22079EE}" srcOrd="0" destOrd="0" presId="urn:microsoft.com/office/officeart/2005/8/layout/orgChart1"/>
    <dgm:cxn modelId="{826A8446-B82F-4C23-97F2-21F282BB7608}" srcId="{090C0225-1FA4-44CE-A18A-D57447AE8916}" destId="{5DBC1466-CABB-484C-9035-82BD5BEEDD1F}" srcOrd="1" destOrd="0" parTransId="{30776465-F4F5-4B30-AB06-1D0FF0BCB0B7}" sibTransId="{C17C679E-85CB-4786-ADA8-936B1B7C924A}"/>
    <dgm:cxn modelId="{CAD96E20-203F-4B04-A1C1-CC3989F6B39C}" type="presOf" srcId="{F06EED86-753D-4E9D-A51D-3535B9FA51A3}" destId="{DE05E081-53F2-40F5-B400-2E558E0BAC60}" srcOrd="1" destOrd="0" presId="urn:microsoft.com/office/officeart/2005/8/layout/orgChart1"/>
    <dgm:cxn modelId="{1CD903F2-58E0-43EC-B09A-D23833541871}" srcId="{9DB6A11F-E131-42E7-BA68-933E1F5C9495}" destId="{6B7027CA-DE11-48F1-B796-E1BF29F8D8A9}" srcOrd="0" destOrd="0" parTransId="{37447A33-112D-47F8-A123-5AFADF624D04}" sibTransId="{1C74BB98-0DEB-4629-94B1-D3F5D46059F0}"/>
    <dgm:cxn modelId="{71F4CAFB-B41D-4263-B6C3-6FCFD971F9BE}" type="presOf" srcId="{3B359D7F-CD3A-4FE1-9F52-C98C7AE7713E}" destId="{298FAD8B-1E85-435E-AF2B-7FFBA89D7FE4}" srcOrd="1" destOrd="0" presId="urn:microsoft.com/office/officeart/2005/8/layout/orgChart1"/>
    <dgm:cxn modelId="{125DCCD4-3751-4325-A2F9-3D64839A11FA}" type="presOf" srcId="{5DBC1466-CABB-484C-9035-82BD5BEEDD1F}" destId="{75502741-48EC-4886-978B-B3CF4D8F3F49}" srcOrd="1" destOrd="0" presId="urn:microsoft.com/office/officeart/2005/8/layout/orgChart1"/>
    <dgm:cxn modelId="{1594D10F-7513-4551-A1E7-7A70110C8894}" type="presOf" srcId="{6B7027CA-DE11-48F1-B796-E1BF29F8D8A9}" destId="{046DA7A4-A99B-45E8-B606-E1272A6207F1}" srcOrd="0" destOrd="0" presId="urn:microsoft.com/office/officeart/2005/8/layout/orgChart1"/>
    <dgm:cxn modelId="{B92FA758-AEFE-4E75-9F25-D6F6D0D01B38}" srcId="{2C20A011-8F83-4306-91CE-7AFDB10233FF}" destId="{6E94B26C-C850-494D-B3AA-FCF4E1404B26}" srcOrd="2" destOrd="0" parTransId="{F1A5ED4D-BA68-4B47-95E6-CA9886685923}" sibTransId="{44EAA00B-B214-4596-8273-2997C61B9537}"/>
    <dgm:cxn modelId="{209F265E-F66E-45C9-8BCB-0EDB6CA2BBB4}" type="presOf" srcId="{2C20A011-8F83-4306-91CE-7AFDB10233FF}" destId="{15CDD422-C9B1-4692-B5E5-D079E2FC862D}" srcOrd="0" destOrd="0" presId="urn:microsoft.com/office/officeart/2005/8/layout/orgChart1"/>
    <dgm:cxn modelId="{1088327F-AED0-4525-84FB-4A438CCBC933}" type="presOf" srcId="{9DB6A11F-E131-42E7-BA68-933E1F5C9495}" destId="{16F5EA19-9212-45C2-86EE-A05A2C8CC896}" srcOrd="1" destOrd="0" presId="urn:microsoft.com/office/officeart/2005/8/layout/orgChart1"/>
    <dgm:cxn modelId="{BD33A11C-6430-4D3C-BB1E-EC94EA94BE6E}" type="presOf" srcId="{6E94B26C-C850-494D-B3AA-FCF4E1404B26}" destId="{0AD84C63-A6E1-4BD0-A532-5D740FC79BDB}" srcOrd="1" destOrd="0" presId="urn:microsoft.com/office/officeart/2005/8/layout/orgChart1"/>
    <dgm:cxn modelId="{C8DF863C-44D8-4308-985C-8B2472DCEDC3}" type="presOf" srcId="{30776465-F4F5-4B30-AB06-1D0FF0BCB0B7}" destId="{1299F215-B8ED-4352-81E9-F390F2B1A7EF}" srcOrd="0" destOrd="0" presId="urn:microsoft.com/office/officeart/2005/8/layout/orgChart1"/>
    <dgm:cxn modelId="{04A722C1-F368-4019-9FDE-167ECEFC5065}" type="presOf" srcId="{5DBC1466-CABB-484C-9035-82BD5BEEDD1F}" destId="{6BCAD399-3BA8-47F3-80EF-633200FB43E1}" srcOrd="0" destOrd="0" presId="urn:microsoft.com/office/officeart/2005/8/layout/orgChart1"/>
    <dgm:cxn modelId="{416926F3-5F87-48F1-B765-A2B1EBAAF12E}" type="presOf" srcId="{F1A5ED4D-BA68-4B47-95E6-CA9886685923}" destId="{A037642A-02E8-403E-883D-11B24FFD37AE}" srcOrd="0" destOrd="0" presId="urn:microsoft.com/office/officeart/2005/8/layout/orgChart1"/>
    <dgm:cxn modelId="{21372B30-88E5-4026-A9DA-C2D129684F3C}" srcId="{2C20A011-8F83-4306-91CE-7AFDB10233FF}" destId="{3B359D7F-CD3A-4FE1-9F52-C98C7AE7713E}" srcOrd="0" destOrd="0" parTransId="{39319DA4-0E0F-4D73-9159-D64043DF852D}" sibTransId="{BA77D30B-0947-48D4-8F4D-B8C52A1A51CC}"/>
    <dgm:cxn modelId="{AD1A50C1-D7A8-44D1-9B80-99F5ED842F13}" type="presOf" srcId="{9DB6A11F-E131-42E7-BA68-933E1F5C9495}" destId="{FBFD852B-AAB7-487A-98AF-ADCC72926670}" srcOrd="0" destOrd="0" presId="urn:microsoft.com/office/officeart/2005/8/layout/orgChart1"/>
    <dgm:cxn modelId="{92841418-E5AE-4685-B284-698E873D6B2B}" type="presOf" srcId="{A4445F85-5023-4C0C-B3AB-6AEFE5DEBB20}" destId="{9134C2A2-3115-4CCE-BD32-4B7455A1CD0B}" srcOrd="0" destOrd="0" presId="urn:microsoft.com/office/officeart/2005/8/layout/orgChart1"/>
    <dgm:cxn modelId="{21756F2A-87D5-49BA-A8ED-B7BA673CB7AF}" srcId="{9DB6A11F-E131-42E7-BA68-933E1F5C9495}" destId="{2C20A011-8F83-4306-91CE-7AFDB10233FF}" srcOrd="1" destOrd="0" parTransId="{2BE33F7E-5448-438F-9227-21D620966C14}" sibTransId="{E5338539-B06C-46CF-809E-1E309976401A}"/>
    <dgm:cxn modelId="{84EDDFAA-1AF4-42E3-99FC-106139731A8E}" type="presOf" srcId="{E5CC1CC7-1C85-4E4C-9000-AA1B42F9C8B8}" destId="{AD36363C-C291-4C38-9436-C1BA9CD696D6}" srcOrd="1" destOrd="0" presId="urn:microsoft.com/office/officeart/2005/8/layout/orgChart1"/>
    <dgm:cxn modelId="{48B1FD51-2B47-4C24-968C-20745E4FD481}" type="presOf" srcId="{31149298-2A7C-4566-BC4A-A1C120C274AE}" destId="{EBA8BF9C-45AC-487A-9EB6-EF49373FD000}" srcOrd="0" destOrd="0" presId="urn:microsoft.com/office/officeart/2005/8/layout/orgChart1"/>
    <dgm:cxn modelId="{3E78A311-B5E7-47FE-BA6C-617A87CDBD30}" type="presParOf" srcId="{EBA8BF9C-45AC-487A-9EB6-EF49373FD000}" destId="{C78B80C9-E83B-4367-9D07-74FB99484C70}" srcOrd="0" destOrd="0" presId="urn:microsoft.com/office/officeart/2005/8/layout/orgChart1"/>
    <dgm:cxn modelId="{54EAD645-BCC9-4CE9-A0A7-C1BF0CDD11AB}" type="presParOf" srcId="{C78B80C9-E83B-4367-9D07-74FB99484C70}" destId="{86EE50D0-812B-441B-89B7-797898B5C8FE}" srcOrd="0" destOrd="0" presId="urn:microsoft.com/office/officeart/2005/8/layout/orgChart1"/>
    <dgm:cxn modelId="{4BDC5FD6-3E5C-4261-81AB-147EC22999EE}" type="presParOf" srcId="{86EE50D0-812B-441B-89B7-797898B5C8FE}" destId="{FBFD852B-AAB7-487A-98AF-ADCC72926670}" srcOrd="0" destOrd="0" presId="urn:microsoft.com/office/officeart/2005/8/layout/orgChart1"/>
    <dgm:cxn modelId="{F0669982-2C5F-4128-89AF-4255A2DCF289}" type="presParOf" srcId="{86EE50D0-812B-441B-89B7-797898B5C8FE}" destId="{16F5EA19-9212-45C2-86EE-A05A2C8CC896}" srcOrd="1" destOrd="0" presId="urn:microsoft.com/office/officeart/2005/8/layout/orgChart1"/>
    <dgm:cxn modelId="{EAAF223A-2A57-4B8D-863B-31E62450C7E0}" type="presParOf" srcId="{C78B80C9-E83B-4367-9D07-74FB99484C70}" destId="{A2E0C358-6FFE-4501-B134-117D0D3C43CF}" srcOrd="1" destOrd="0" presId="urn:microsoft.com/office/officeart/2005/8/layout/orgChart1"/>
    <dgm:cxn modelId="{7224AE99-8B11-419A-B49B-357931CA3B1E}" type="presParOf" srcId="{A2E0C358-6FFE-4501-B134-117D0D3C43CF}" destId="{78A88A4C-1886-4258-9B0D-72A956A10ED3}" srcOrd="0" destOrd="0" presId="urn:microsoft.com/office/officeart/2005/8/layout/orgChart1"/>
    <dgm:cxn modelId="{F10F2D0C-158C-4FA8-A389-016AB8E71AFA}" type="presParOf" srcId="{A2E0C358-6FFE-4501-B134-117D0D3C43CF}" destId="{924A840B-0F50-4615-A0DB-5A1B5E3098E5}" srcOrd="1" destOrd="0" presId="urn:microsoft.com/office/officeart/2005/8/layout/orgChart1"/>
    <dgm:cxn modelId="{A3AFBA1C-8EBB-4B6A-91EE-1B5BAF3410B9}" type="presParOf" srcId="{924A840B-0F50-4615-A0DB-5A1B5E3098E5}" destId="{4DF21F52-466F-4554-87BB-518C15034F51}" srcOrd="0" destOrd="0" presId="urn:microsoft.com/office/officeart/2005/8/layout/orgChart1"/>
    <dgm:cxn modelId="{468B9CA4-4069-4144-9F47-E7742E7AE715}" type="presParOf" srcId="{4DF21F52-466F-4554-87BB-518C15034F51}" destId="{046DA7A4-A99B-45E8-B606-E1272A6207F1}" srcOrd="0" destOrd="0" presId="urn:microsoft.com/office/officeart/2005/8/layout/orgChart1"/>
    <dgm:cxn modelId="{D006B979-799D-420C-8E02-5B0863A3C529}" type="presParOf" srcId="{4DF21F52-466F-4554-87BB-518C15034F51}" destId="{9B00469D-7257-416A-8495-AAAD63EC8B5A}" srcOrd="1" destOrd="0" presId="urn:microsoft.com/office/officeart/2005/8/layout/orgChart1"/>
    <dgm:cxn modelId="{73C4A6D1-D914-4438-A622-3A716FAF7076}" type="presParOf" srcId="{924A840B-0F50-4615-A0DB-5A1B5E3098E5}" destId="{6AED67D7-14D7-42A3-82FF-F4984D3ADD54}" srcOrd="1" destOrd="0" presId="urn:microsoft.com/office/officeart/2005/8/layout/orgChart1"/>
    <dgm:cxn modelId="{6D28AFBA-3814-463C-99FB-02CA4800B820}" type="presParOf" srcId="{6AED67D7-14D7-42A3-82FF-F4984D3ADD54}" destId="{41B00389-8E94-47CF-9944-FBAA17975941}" srcOrd="0" destOrd="0" presId="urn:microsoft.com/office/officeart/2005/8/layout/orgChart1"/>
    <dgm:cxn modelId="{3AD5A4EF-0511-47E6-B5E6-61CD38D1CA8B}" type="presParOf" srcId="{6AED67D7-14D7-42A3-82FF-F4984D3ADD54}" destId="{F3004EFA-BE38-46C8-ABE2-6179A5F95B02}" srcOrd="1" destOrd="0" presId="urn:microsoft.com/office/officeart/2005/8/layout/orgChart1"/>
    <dgm:cxn modelId="{DE81ED12-FB89-475F-8204-30D95C83FB85}" type="presParOf" srcId="{F3004EFA-BE38-46C8-ABE2-6179A5F95B02}" destId="{289974EE-66C2-47ED-BD62-E9824476072F}" srcOrd="0" destOrd="0" presId="urn:microsoft.com/office/officeart/2005/8/layout/orgChart1"/>
    <dgm:cxn modelId="{229236EF-DFDE-4BE3-878C-7E27FC67BDDD}" type="presParOf" srcId="{289974EE-66C2-47ED-BD62-E9824476072F}" destId="{0E002931-572C-409F-860E-8DE27D35F8DE}" srcOrd="0" destOrd="0" presId="urn:microsoft.com/office/officeart/2005/8/layout/orgChart1"/>
    <dgm:cxn modelId="{B4BCBAF9-F35C-4A06-8BE7-2D63C91BADE3}" type="presParOf" srcId="{289974EE-66C2-47ED-BD62-E9824476072F}" destId="{4EEA151E-B007-4921-857C-21C0972DAF68}" srcOrd="1" destOrd="0" presId="urn:microsoft.com/office/officeart/2005/8/layout/orgChart1"/>
    <dgm:cxn modelId="{128BF93A-F1A1-4A1B-98EB-76B86AE355F1}" type="presParOf" srcId="{F3004EFA-BE38-46C8-ABE2-6179A5F95B02}" destId="{AD245646-4CC3-4EF9-9F68-644495284A17}" srcOrd="1" destOrd="0" presId="urn:microsoft.com/office/officeart/2005/8/layout/orgChart1"/>
    <dgm:cxn modelId="{7FAE924D-A235-4536-8883-1BD03E6BE466}" type="presParOf" srcId="{AD245646-4CC3-4EF9-9F68-644495284A17}" destId="{EC7A4356-83AA-4962-9DBA-E3B44461D353}" srcOrd="0" destOrd="0" presId="urn:microsoft.com/office/officeart/2005/8/layout/orgChart1"/>
    <dgm:cxn modelId="{DAE0FF0A-E0A8-4652-999C-6F74C9A7CFAC}" type="presParOf" srcId="{AD245646-4CC3-4EF9-9F68-644495284A17}" destId="{F86205C3-F9C0-4A1A-99BB-05C5D6BC266C}" srcOrd="1" destOrd="0" presId="urn:microsoft.com/office/officeart/2005/8/layout/orgChart1"/>
    <dgm:cxn modelId="{AC7C40F3-27E9-4936-81B3-5EEB669EFB18}" type="presParOf" srcId="{F86205C3-F9C0-4A1A-99BB-05C5D6BC266C}" destId="{B2D082C5-A848-4CB8-B006-D436A2B41870}" srcOrd="0" destOrd="0" presId="urn:microsoft.com/office/officeart/2005/8/layout/orgChart1"/>
    <dgm:cxn modelId="{CF0B79F3-545F-4C7B-B8AF-5812348513AE}" type="presParOf" srcId="{B2D082C5-A848-4CB8-B006-D436A2B41870}" destId="{7098D889-0253-4197-BE6A-62F94ADABE13}" srcOrd="0" destOrd="0" presId="urn:microsoft.com/office/officeart/2005/8/layout/orgChart1"/>
    <dgm:cxn modelId="{C17252CC-7958-4856-B076-C31E22576A7C}" type="presParOf" srcId="{B2D082C5-A848-4CB8-B006-D436A2B41870}" destId="{AD36363C-C291-4C38-9436-C1BA9CD696D6}" srcOrd="1" destOrd="0" presId="urn:microsoft.com/office/officeart/2005/8/layout/orgChart1"/>
    <dgm:cxn modelId="{B5BC0DB3-A017-4E33-BD32-D30916B10E1A}" type="presParOf" srcId="{F86205C3-F9C0-4A1A-99BB-05C5D6BC266C}" destId="{F93C1768-4DDD-4B45-B3D4-96D0A1D3BC00}" srcOrd="1" destOrd="0" presId="urn:microsoft.com/office/officeart/2005/8/layout/orgChart1"/>
    <dgm:cxn modelId="{B10DF162-1B5C-47E7-BC3D-88171B62786B}" type="presParOf" srcId="{F86205C3-F9C0-4A1A-99BB-05C5D6BC266C}" destId="{04A36A27-0D49-4C3B-9EE1-737F1454468A}" srcOrd="2" destOrd="0" presId="urn:microsoft.com/office/officeart/2005/8/layout/orgChart1"/>
    <dgm:cxn modelId="{CA8F1EA4-427E-494F-8982-95AF1E70D29F}" type="presParOf" srcId="{AD245646-4CC3-4EF9-9F68-644495284A17}" destId="{1299F215-B8ED-4352-81E9-F390F2B1A7EF}" srcOrd="2" destOrd="0" presId="urn:microsoft.com/office/officeart/2005/8/layout/orgChart1"/>
    <dgm:cxn modelId="{239520F6-BF62-4B4E-A5A2-AD6CB3B01E84}" type="presParOf" srcId="{AD245646-4CC3-4EF9-9F68-644495284A17}" destId="{55B86233-4D12-4935-BD84-7EC6701E4471}" srcOrd="3" destOrd="0" presId="urn:microsoft.com/office/officeart/2005/8/layout/orgChart1"/>
    <dgm:cxn modelId="{766A115B-C2CB-4067-9673-73D1677CF067}" type="presParOf" srcId="{55B86233-4D12-4935-BD84-7EC6701E4471}" destId="{5BDED205-2AC9-44A3-84A1-B404DC1BB445}" srcOrd="0" destOrd="0" presId="urn:microsoft.com/office/officeart/2005/8/layout/orgChart1"/>
    <dgm:cxn modelId="{5BBA3D19-4A21-47C9-971D-18F85113C769}" type="presParOf" srcId="{5BDED205-2AC9-44A3-84A1-B404DC1BB445}" destId="{6BCAD399-3BA8-47F3-80EF-633200FB43E1}" srcOrd="0" destOrd="0" presId="urn:microsoft.com/office/officeart/2005/8/layout/orgChart1"/>
    <dgm:cxn modelId="{7A22ED81-2A75-46CD-AD31-900C3FC844E3}" type="presParOf" srcId="{5BDED205-2AC9-44A3-84A1-B404DC1BB445}" destId="{75502741-48EC-4886-978B-B3CF4D8F3F49}" srcOrd="1" destOrd="0" presId="urn:microsoft.com/office/officeart/2005/8/layout/orgChart1"/>
    <dgm:cxn modelId="{28FBBEA3-1197-4BE5-9EC3-A31F6EF81766}" type="presParOf" srcId="{55B86233-4D12-4935-BD84-7EC6701E4471}" destId="{A9DC6105-33C4-4B8B-9380-559833DB3DB0}" srcOrd="1" destOrd="0" presId="urn:microsoft.com/office/officeart/2005/8/layout/orgChart1"/>
    <dgm:cxn modelId="{AC84563F-99C3-462F-969F-583422805FEA}" type="presParOf" srcId="{55B86233-4D12-4935-BD84-7EC6701E4471}" destId="{EA2CB92B-C201-4305-A5C0-DBE3951EE083}" srcOrd="2" destOrd="0" presId="urn:microsoft.com/office/officeart/2005/8/layout/orgChart1"/>
    <dgm:cxn modelId="{8164674F-40B3-4E23-A1DB-D26D779647DC}" type="presParOf" srcId="{F3004EFA-BE38-46C8-ABE2-6179A5F95B02}" destId="{C59FCCA6-ABBF-4042-9AC1-BB40FEBCB489}" srcOrd="2" destOrd="0" presId="urn:microsoft.com/office/officeart/2005/8/layout/orgChart1"/>
    <dgm:cxn modelId="{CF11836E-B34E-43EC-AB75-E41A281AC311}" type="presParOf" srcId="{6AED67D7-14D7-42A3-82FF-F4984D3ADD54}" destId="{9134C2A2-3115-4CCE-BD32-4B7455A1CD0B}" srcOrd="2" destOrd="0" presId="urn:microsoft.com/office/officeart/2005/8/layout/orgChart1"/>
    <dgm:cxn modelId="{B4B61B2F-3204-4C91-B591-86A0344009B7}" type="presParOf" srcId="{6AED67D7-14D7-42A3-82FF-F4984D3ADD54}" destId="{EA1B4BBC-0365-488E-BF66-666A5AA86C4E}" srcOrd="3" destOrd="0" presId="urn:microsoft.com/office/officeart/2005/8/layout/orgChart1"/>
    <dgm:cxn modelId="{38DB461E-EBC9-4054-8C98-7FE61BEBE5B3}" type="presParOf" srcId="{EA1B4BBC-0365-488E-BF66-666A5AA86C4E}" destId="{55E76E7F-0D1F-4325-B41A-879987E41CE4}" srcOrd="0" destOrd="0" presId="urn:microsoft.com/office/officeart/2005/8/layout/orgChart1"/>
    <dgm:cxn modelId="{2F15AA0F-905D-4CB9-9B11-ECFA47657B80}" type="presParOf" srcId="{55E76E7F-0D1F-4325-B41A-879987E41CE4}" destId="{7D48AD18-6945-4BA0-80FC-ABF156C6A327}" srcOrd="0" destOrd="0" presId="urn:microsoft.com/office/officeart/2005/8/layout/orgChart1"/>
    <dgm:cxn modelId="{A1621F9D-69B0-4850-99E3-453A6D589D14}" type="presParOf" srcId="{55E76E7F-0D1F-4325-B41A-879987E41CE4}" destId="{54D77E53-20E1-47D5-9B0B-519A88C7973B}" srcOrd="1" destOrd="0" presId="urn:microsoft.com/office/officeart/2005/8/layout/orgChart1"/>
    <dgm:cxn modelId="{97281C24-9149-47C3-A134-B0EC83F90430}" type="presParOf" srcId="{EA1B4BBC-0365-488E-BF66-666A5AA86C4E}" destId="{C554E4F4-F0DC-4B3E-8DB4-8D8BDBB381B4}" srcOrd="1" destOrd="0" presId="urn:microsoft.com/office/officeart/2005/8/layout/orgChart1"/>
    <dgm:cxn modelId="{C060CE02-87A1-41C8-A6CD-5161E57B43D2}" type="presParOf" srcId="{EA1B4BBC-0365-488E-BF66-666A5AA86C4E}" destId="{C0089F56-72BE-4AE2-A817-C35C4E56CAE7}" srcOrd="2" destOrd="0" presId="urn:microsoft.com/office/officeart/2005/8/layout/orgChart1"/>
    <dgm:cxn modelId="{2B057E7D-0068-4B49-A200-E1B4D5654FCB}" type="presParOf" srcId="{924A840B-0F50-4615-A0DB-5A1B5E3098E5}" destId="{7CAF18D3-55B1-4315-B164-9BE5EA6D4FB9}" srcOrd="2" destOrd="0" presId="urn:microsoft.com/office/officeart/2005/8/layout/orgChart1"/>
    <dgm:cxn modelId="{7FF05755-7C09-4302-AB80-81DFE233FA27}" type="presParOf" srcId="{A2E0C358-6FFE-4501-B134-117D0D3C43CF}" destId="{7D610553-A2E0-4DD2-AC17-8CCC6340794C}" srcOrd="2" destOrd="0" presId="urn:microsoft.com/office/officeart/2005/8/layout/orgChart1"/>
    <dgm:cxn modelId="{1777F46F-B986-46F0-81B2-DAF5D3914B18}" type="presParOf" srcId="{A2E0C358-6FFE-4501-B134-117D0D3C43CF}" destId="{BD489D69-2C62-4A98-A9C3-31DCC93D98EA}" srcOrd="3" destOrd="0" presId="urn:microsoft.com/office/officeart/2005/8/layout/orgChart1"/>
    <dgm:cxn modelId="{E1064290-ADB8-4B6B-A1B6-BA24A243AC23}" type="presParOf" srcId="{BD489D69-2C62-4A98-A9C3-31DCC93D98EA}" destId="{CA3C7A84-73B1-4AE7-8F78-066700EFD11A}" srcOrd="0" destOrd="0" presId="urn:microsoft.com/office/officeart/2005/8/layout/orgChart1"/>
    <dgm:cxn modelId="{D9F26566-AE75-45F2-A999-B0D6E23C03FA}" type="presParOf" srcId="{CA3C7A84-73B1-4AE7-8F78-066700EFD11A}" destId="{15CDD422-C9B1-4692-B5E5-D079E2FC862D}" srcOrd="0" destOrd="0" presId="urn:microsoft.com/office/officeart/2005/8/layout/orgChart1"/>
    <dgm:cxn modelId="{9C8CAF4E-335A-4B68-B003-0679233B2D90}" type="presParOf" srcId="{CA3C7A84-73B1-4AE7-8F78-066700EFD11A}" destId="{E5827FA9-CB03-4F33-8F6D-FAA1176EC470}" srcOrd="1" destOrd="0" presId="urn:microsoft.com/office/officeart/2005/8/layout/orgChart1"/>
    <dgm:cxn modelId="{818DD031-93FC-4BD3-AFAF-B7C0C127D0F7}" type="presParOf" srcId="{BD489D69-2C62-4A98-A9C3-31DCC93D98EA}" destId="{DE21E3BB-F01B-4A4F-9C5E-90CAEB996E9A}" srcOrd="1" destOrd="0" presId="urn:microsoft.com/office/officeart/2005/8/layout/orgChart1"/>
    <dgm:cxn modelId="{FF847AA0-6C9D-4AB4-B3D9-615796DC0839}" type="presParOf" srcId="{DE21E3BB-F01B-4A4F-9C5E-90CAEB996E9A}" destId="{73E4A1F6-A842-48D2-AE74-81CF296C340C}" srcOrd="0" destOrd="0" presId="urn:microsoft.com/office/officeart/2005/8/layout/orgChart1"/>
    <dgm:cxn modelId="{11751B64-AF92-42A4-9420-BE0AE63FC4E8}" type="presParOf" srcId="{DE21E3BB-F01B-4A4F-9C5E-90CAEB996E9A}" destId="{B2EB1511-1B08-436A-B003-CC009E18EAC2}" srcOrd="1" destOrd="0" presId="urn:microsoft.com/office/officeart/2005/8/layout/orgChart1"/>
    <dgm:cxn modelId="{C3BB43E5-D93F-4F92-AD50-CBC587947BB8}" type="presParOf" srcId="{B2EB1511-1B08-436A-B003-CC009E18EAC2}" destId="{ACAD565B-6811-4763-A7B9-2F99D5F844B0}" srcOrd="0" destOrd="0" presId="urn:microsoft.com/office/officeart/2005/8/layout/orgChart1"/>
    <dgm:cxn modelId="{4E3E6FBF-2847-4B4C-B821-9A3219B1FEBA}" type="presParOf" srcId="{ACAD565B-6811-4763-A7B9-2F99D5F844B0}" destId="{EE3DCEDB-934C-46F8-9544-22A7B6BDABB7}" srcOrd="0" destOrd="0" presId="urn:microsoft.com/office/officeart/2005/8/layout/orgChart1"/>
    <dgm:cxn modelId="{51559888-24E7-47D7-9675-5D4EB8E3535F}" type="presParOf" srcId="{ACAD565B-6811-4763-A7B9-2F99D5F844B0}" destId="{298FAD8B-1E85-435E-AF2B-7FFBA89D7FE4}" srcOrd="1" destOrd="0" presId="urn:microsoft.com/office/officeart/2005/8/layout/orgChart1"/>
    <dgm:cxn modelId="{977DD614-B0E4-4F15-B30A-080DA94E6CCA}" type="presParOf" srcId="{B2EB1511-1B08-436A-B003-CC009E18EAC2}" destId="{159AC3DE-F91F-459A-9FAA-4E193E611D8B}" srcOrd="1" destOrd="0" presId="urn:microsoft.com/office/officeart/2005/8/layout/orgChart1"/>
    <dgm:cxn modelId="{92B91C46-A89F-4BAC-891D-B64322A88157}" type="presParOf" srcId="{B2EB1511-1B08-436A-B003-CC009E18EAC2}" destId="{066E4B00-3D4C-4817-A8C1-B4EA62081B87}" srcOrd="2" destOrd="0" presId="urn:microsoft.com/office/officeart/2005/8/layout/orgChart1"/>
    <dgm:cxn modelId="{5AC4B4F3-B40A-47BD-8EEF-31910AE330CE}" type="presParOf" srcId="{DE21E3BB-F01B-4A4F-9C5E-90CAEB996E9A}" destId="{178F3AF1-9C9E-479A-A186-1F22DB1A5AFA}" srcOrd="2" destOrd="0" presId="urn:microsoft.com/office/officeart/2005/8/layout/orgChart1"/>
    <dgm:cxn modelId="{0C9789DA-D1E7-43E3-8BA6-85B47528A27E}" type="presParOf" srcId="{DE21E3BB-F01B-4A4F-9C5E-90CAEB996E9A}" destId="{933DA685-3F4C-4DB5-9ED8-B8354EAF9063}" srcOrd="3" destOrd="0" presId="urn:microsoft.com/office/officeart/2005/8/layout/orgChart1"/>
    <dgm:cxn modelId="{5DE05793-5C8C-4AFF-9C85-A1E3F96D0AD6}" type="presParOf" srcId="{933DA685-3F4C-4DB5-9ED8-B8354EAF9063}" destId="{591EA4EF-B6A5-40A7-BA47-D2B131FC30DB}" srcOrd="0" destOrd="0" presId="urn:microsoft.com/office/officeart/2005/8/layout/orgChart1"/>
    <dgm:cxn modelId="{FC2CAB8F-5B44-4569-A773-DE7B7223D5DE}" type="presParOf" srcId="{591EA4EF-B6A5-40A7-BA47-D2B131FC30DB}" destId="{BFC011D3-22C3-4F22-8B45-FAA5D489DB44}" srcOrd="0" destOrd="0" presId="urn:microsoft.com/office/officeart/2005/8/layout/orgChart1"/>
    <dgm:cxn modelId="{615F95B3-6AC0-43AF-A0E3-D87F04BF8BA8}" type="presParOf" srcId="{591EA4EF-B6A5-40A7-BA47-D2B131FC30DB}" destId="{DE05E081-53F2-40F5-B400-2E558E0BAC60}" srcOrd="1" destOrd="0" presId="urn:microsoft.com/office/officeart/2005/8/layout/orgChart1"/>
    <dgm:cxn modelId="{479DDFBE-C8BF-4487-A5DD-4E0C8FF8967E}" type="presParOf" srcId="{933DA685-3F4C-4DB5-9ED8-B8354EAF9063}" destId="{8A410D37-5D8A-4B93-940F-20011C12417E}" srcOrd="1" destOrd="0" presId="urn:microsoft.com/office/officeart/2005/8/layout/orgChart1"/>
    <dgm:cxn modelId="{E1B9B35F-30AC-489E-8263-92951D0A8598}" type="presParOf" srcId="{933DA685-3F4C-4DB5-9ED8-B8354EAF9063}" destId="{4C47E009-DFBB-4916-AE53-ECD259E76626}" srcOrd="2" destOrd="0" presId="urn:microsoft.com/office/officeart/2005/8/layout/orgChart1"/>
    <dgm:cxn modelId="{2E55665A-9D4B-4877-8E49-840244882E93}" type="presParOf" srcId="{DE21E3BB-F01B-4A4F-9C5E-90CAEB996E9A}" destId="{A037642A-02E8-403E-883D-11B24FFD37AE}" srcOrd="4" destOrd="0" presId="urn:microsoft.com/office/officeart/2005/8/layout/orgChart1"/>
    <dgm:cxn modelId="{DED35DF8-3188-4719-A9D9-A8A63485B264}" type="presParOf" srcId="{DE21E3BB-F01B-4A4F-9C5E-90CAEB996E9A}" destId="{09DD5834-5D88-4ABC-8A86-87190C203902}" srcOrd="5" destOrd="0" presId="urn:microsoft.com/office/officeart/2005/8/layout/orgChart1"/>
    <dgm:cxn modelId="{24C0FEA9-117F-4D05-BC10-538202ABB23D}" type="presParOf" srcId="{09DD5834-5D88-4ABC-8A86-87190C203902}" destId="{54512F1B-FD09-4175-B0B1-0328CD3BEA62}" srcOrd="0" destOrd="0" presId="urn:microsoft.com/office/officeart/2005/8/layout/orgChart1"/>
    <dgm:cxn modelId="{5431DC9D-0DCA-4D5C-9B21-7A8CCAB51CED}" type="presParOf" srcId="{54512F1B-FD09-4175-B0B1-0328CD3BEA62}" destId="{665A5EE6-7A33-4A62-9A4F-D574E22079EE}" srcOrd="0" destOrd="0" presId="urn:microsoft.com/office/officeart/2005/8/layout/orgChart1"/>
    <dgm:cxn modelId="{5A8D7634-4BFE-4DCD-9063-CE4188F26295}" type="presParOf" srcId="{54512F1B-FD09-4175-B0B1-0328CD3BEA62}" destId="{0AD84C63-A6E1-4BD0-A532-5D740FC79BDB}" srcOrd="1" destOrd="0" presId="urn:microsoft.com/office/officeart/2005/8/layout/orgChart1"/>
    <dgm:cxn modelId="{570C19DF-843F-4EB4-867B-6726DBAF8AFC}" type="presParOf" srcId="{09DD5834-5D88-4ABC-8A86-87190C203902}" destId="{1CCE1A31-758A-4250-B9C2-47B32AE5420B}" srcOrd="1" destOrd="0" presId="urn:microsoft.com/office/officeart/2005/8/layout/orgChart1"/>
    <dgm:cxn modelId="{625D504E-15BB-4F3E-A77C-B05481520228}" type="presParOf" srcId="{09DD5834-5D88-4ABC-8A86-87190C203902}" destId="{7887B66C-D92C-40F3-9CCA-7B480454BE0A}" srcOrd="2" destOrd="0" presId="urn:microsoft.com/office/officeart/2005/8/layout/orgChart1"/>
    <dgm:cxn modelId="{F8B3A447-6C41-4D0C-A978-1A23D6D52334}" type="presParOf" srcId="{BD489D69-2C62-4A98-A9C3-31DCC93D98EA}" destId="{195B374C-52D5-4D9F-A7F3-60E66AC6A3FD}" srcOrd="2" destOrd="0" presId="urn:microsoft.com/office/officeart/2005/8/layout/orgChart1"/>
    <dgm:cxn modelId="{144BA5BC-8573-4A8D-87DE-D45944FE366C}" type="presParOf" srcId="{C78B80C9-E83B-4367-9D07-74FB99484C70}" destId="{DEFE9EFD-DBC0-4C64-B17A-8AB675AAC8C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A41A4A9-1D20-4872-A321-9764FFD8AAE8}" type="datetimeFigureOut">
              <a:rPr lang="ru-RU" smtClean="0"/>
              <a:t>27.12.2016</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5ADA9E8-E522-49E6-8BC5-92166CFBE5F5}" type="slidenum">
              <a:rPr lang="ru-RU" smtClean="0"/>
              <a:t>‹#›</a:t>
            </a:fld>
            <a:endParaRPr lang="ru-RU"/>
          </a:p>
        </p:txBody>
      </p:sp>
    </p:spTree>
    <p:extLst>
      <p:ext uri="{BB962C8B-B14F-4D97-AF65-F5344CB8AC3E}">
        <p14:creationId xmlns:p14="http://schemas.microsoft.com/office/powerpoint/2010/main" val="36764965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32DB03-5CA7-4B72-9AF1-9BBD79A9A535}" type="datetimeFigureOut">
              <a:rPr lang="ru-RU" smtClean="0"/>
              <a:pPr/>
              <a:t>27.12.2016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F1C6B-57DE-4A51-B795-1B5ADF07B823}" type="slidenum">
              <a:rPr lang="ru-RU" smtClean="0"/>
              <a:pPr/>
              <a:t>‹#›</a:t>
            </a:fld>
            <a:endParaRPr lang="ru-RU"/>
          </a:p>
        </p:txBody>
      </p:sp>
    </p:spTree>
    <p:extLst>
      <p:ext uri="{BB962C8B-B14F-4D97-AF65-F5344CB8AC3E}">
        <p14:creationId xmlns:p14="http://schemas.microsoft.com/office/powerpoint/2010/main" val="376324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Добрый день,</a:t>
            </a:r>
            <a:r>
              <a:rPr lang="ru-RU" baseline="0" dirty="0" smtClean="0"/>
              <a:t> вашему вниманию хочу предоставить доклад на тему</a:t>
            </a:r>
            <a:r>
              <a:rPr lang="en-US" baseline="0" dirty="0" smtClean="0"/>
              <a:t>: </a:t>
            </a:r>
            <a:r>
              <a:rPr lang="ru-RU" b="1" dirty="0" smtClean="0">
                <a:latin typeface="Corbel" panose="020B0503020204020204" pitchFamily="34" charset="0"/>
                <a:cs typeface="Courier New" panose="02070309020205020404" pitchFamily="49" charset="0"/>
              </a:rPr>
              <a:t>Методы и алгоритмы построения контроля и диагностики оборудования бумагоделательной</a:t>
            </a:r>
            <a:r>
              <a:rPr lang="ru-RU" b="1" baseline="0" dirty="0" smtClean="0">
                <a:latin typeface="Corbel" panose="020B0503020204020204" pitchFamily="34" charset="0"/>
                <a:cs typeface="Courier New" panose="02070309020205020404" pitchFamily="49" charset="0"/>
              </a:rPr>
              <a:t> машины. </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a:t>
            </a:fld>
            <a:endParaRPr lang="ru-RU"/>
          </a:p>
        </p:txBody>
      </p:sp>
    </p:spTree>
    <p:extLst>
      <p:ext uri="{BB962C8B-B14F-4D97-AF65-F5344CB8AC3E}">
        <p14:creationId xmlns:p14="http://schemas.microsoft.com/office/powerpoint/2010/main" val="46566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На</a:t>
            </a:r>
            <a:r>
              <a:rPr lang="ru-RU" baseline="0" dirty="0" smtClean="0"/>
              <a:t> многих предприятиях сложился подход при котором машины и агрегаты работают в непрерывном режиме</a:t>
            </a:r>
            <a:r>
              <a:rPr lang="en-US" baseline="0" dirty="0" smtClean="0"/>
              <a:t> </a:t>
            </a:r>
            <a:r>
              <a:rPr lang="ru-RU" baseline="0" dirty="0" smtClean="0"/>
              <a:t>так называемого </a:t>
            </a:r>
            <a:r>
              <a:rPr lang="en-US" baseline="0" dirty="0" smtClean="0"/>
              <a:t>“</a:t>
            </a:r>
            <a:r>
              <a:rPr lang="ru-RU" baseline="0" dirty="0" smtClean="0"/>
              <a:t>отказа</a:t>
            </a:r>
            <a:r>
              <a:rPr lang="en-US" baseline="0" dirty="0" smtClean="0"/>
              <a:t>”</a:t>
            </a:r>
            <a:r>
              <a:rPr lang="ru-RU" baseline="0" dirty="0" smtClean="0"/>
              <a:t> изделия. Довольно часто такая стратегия обслуживания приводит к существенному увеличению расходов на ТО из-за незапланированных отказов оборудования, отсутствия статистики отказов для пополнения склада запасных частей и более дорогой стоимости </a:t>
            </a:r>
            <a:r>
              <a:rPr lang="en-US" baseline="0" dirty="0" smtClean="0"/>
              <a:t>“</a:t>
            </a:r>
            <a:r>
              <a:rPr lang="ru-RU" baseline="0" dirty="0" smtClean="0"/>
              <a:t>срочных</a:t>
            </a:r>
            <a:r>
              <a:rPr lang="en-US" baseline="0" dirty="0" smtClean="0"/>
              <a:t>”</a:t>
            </a:r>
            <a:r>
              <a:rPr lang="ru-RU" baseline="0" dirty="0" smtClean="0"/>
              <a:t> работ</a:t>
            </a:r>
            <a:r>
              <a:rPr lang="en-US" baseline="0" dirty="0" smtClean="0"/>
              <a:t>. </a:t>
            </a:r>
            <a:r>
              <a:rPr lang="ru-RU" baseline="0" dirty="0" smtClean="0"/>
              <a:t>Примером машины для которой непредвиденные отказы выливаются в большие производственные издержки является БДМ. Данный агрегат состоит из более 1000 узлов, каждый из которых необходимо диагностировать и производить определенный набор работ ТО.</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2</a:t>
            </a:fld>
            <a:endParaRPr lang="ru-RU"/>
          </a:p>
        </p:txBody>
      </p:sp>
    </p:spTree>
    <p:extLst>
      <p:ext uri="{BB962C8B-B14F-4D97-AF65-F5344CB8AC3E}">
        <p14:creationId xmlns:p14="http://schemas.microsoft.com/office/powerpoint/2010/main" val="3097781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Структуру</a:t>
            </a:r>
            <a:r>
              <a:rPr lang="ru-RU" baseline="0" dirty="0" smtClean="0"/>
              <a:t> процесса контроля и диагностики можно представить следующим образом</a:t>
            </a:r>
            <a:r>
              <a:rPr lang="en-US" baseline="0" dirty="0" smtClean="0"/>
              <a:t>:</a:t>
            </a:r>
          </a:p>
          <a:p>
            <a:pPr marL="228600" indent="-228600">
              <a:buAutoNum type="arabicParenR"/>
            </a:pPr>
            <a:r>
              <a:rPr lang="ru-RU" baseline="0" dirty="0" smtClean="0"/>
              <a:t>На первом этапе идет формирования каталога диагностируемого оборудования (наиболее удобно использовать древовидную структуру данных цех-система-подсистема-машина-точка контроля)</a:t>
            </a:r>
          </a:p>
          <a:p>
            <a:pPr marL="228600" indent="-228600">
              <a:buAutoNum type="arabicParenR"/>
            </a:pPr>
            <a:r>
              <a:rPr lang="ru-RU" baseline="0" dirty="0" smtClean="0"/>
              <a:t>На следующем шаге идет формирование матрицы критичности.</a:t>
            </a:r>
          </a:p>
          <a:p>
            <a:pPr marL="228600" indent="-228600">
              <a:buAutoNum type="arabicParenR"/>
            </a:pPr>
            <a:r>
              <a:rPr lang="ru-RU" baseline="0" dirty="0" smtClean="0"/>
              <a:t>После чего по указанным в этом документе критериям выставляется оценка критичности оборудования. От этой оценки будет зависеть периодичность диагностики оборудования и набор работ ТО.</a:t>
            </a:r>
          </a:p>
          <a:p>
            <a:pPr marL="228600" indent="-228600">
              <a:buAutoNum type="arabicParenR" startAt="4"/>
            </a:pPr>
            <a:r>
              <a:rPr lang="ru-RU" baseline="0" dirty="0" smtClean="0"/>
              <a:t>После того как составлен список периодичности диагностических работ, производится настройка каналов измерения, например для измерения вибрации определяется периодичность измерения, параметры измерения, выбор фильтров, если производится частотное разложение сигнала, определяют частотный диапазон и количество линий Фурье спектра.</a:t>
            </a:r>
          </a:p>
          <a:p>
            <a:pPr marL="228600" indent="-228600">
              <a:buAutoNum type="arabicParenR" startAt="5"/>
            </a:pPr>
            <a:r>
              <a:rPr lang="ru-RU" baseline="0" dirty="0" smtClean="0"/>
              <a:t>При превышении измеряемых параметров определенных пороговых аварийных значений,   формируется заказ ремонтных работ в отдел ТО, а также заносится в БД текущая наработка узла для формирования статистического ряда определения остаточного ресурса узла.</a:t>
            </a:r>
          </a:p>
          <a:p>
            <a:pPr marL="228600" indent="-228600">
              <a:buAutoNum type="arabicParenR" startAt="5"/>
            </a:pPr>
            <a:r>
              <a:rPr lang="ru-RU" baseline="0" dirty="0" smtClean="0"/>
              <a:t>После анализа отказа производится корректировка ТО данного агрегата или же его конструкторская доработка.</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3</a:t>
            </a:fld>
            <a:endParaRPr lang="ru-RU"/>
          </a:p>
        </p:txBody>
      </p:sp>
    </p:spTree>
    <p:extLst>
      <p:ext uri="{BB962C8B-B14F-4D97-AF65-F5344CB8AC3E}">
        <p14:creationId xmlns:p14="http://schemas.microsoft.com/office/powerpoint/2010/main" val="807487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71450" indent="-171450">
              <a:buFont typeface="Arial" panose="020B0604020202020204" pitchFamily="34" charset="0"/>
              <a:buChar char="•"/>
            </a:pPr>
            <a:r>
              <a:rPr lang="ru-RU" baseline="0" dirty="0" smtClean="0"/>
              <a:t>Критичность оборудования определяется в соответствии с методологией </a:t>
            </a:r>
            <a:r>
              <a:rPr lang="en-US" baseline="0" dirty="0" smtClean="0"/>
              <a:t>FMEA</a:t>
            </a:r>
            <a:r>
              <a:rPr lang="ru-RU" baseline="0" dirty="0" smtClean="0"/>
              <a:t>, и на основании ее определяется периодичность диагностики оборудования и список проводимых работ ТОРО.</a:t>
            </a:r>
            <a:endParaRPr lang="en-US" baseline="0" dirty="0" smtClean="0"/>
          </a:p>
          <a:p>
            <a:pPr marL="171450" indent="-171450">
              <a:buFont typeface="Arial" panose="020B0604020202020204" pitchFamily="34" charset="0"/>
              <a:buChar char="•"/>
            </a:pPr>
            <a:endParaRPr lang="ru-RU" baseline="0" dirty="0" smtClean="0"/>
          </a:p>
          <a:p>
            <a:pPr marL="171450" indent="-171450">
              <a:buFont typeface="Arial" panose="020B0604020202020204" pitchFamily="34" charset="0"/>
              <a:buChar char="•"/>
            </a:pP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4</a:t>
            </a:fld>
            <a:endParaRPr lang="ru-RU"/>
          </a:p>
        </p:txBody>
      </p:sp>
    </p:spTree>
    <p:extLst>
      <p:ext uri="{BB962C8B-B14F-4D97-AF65-F5344CB8AC3E}">
        <p14:creationId xmlns:p14="http://schemas.microsoft.com/office/powerpoint/2010/main" val="997284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71450" indent="-171450">
              <a:buFont typeface="Arial" panose="020B0604020202020204" pitchFamily="34" charset="0"/>
              <a:buChar char="•"/>
            </a:pPr>
            <a:r>
              <a:rPr lang="ru-RU" dirty="0" smtClean="0"/>
              <a:t>Для проведени</a:t>
            </a:r>
            <a:r>
              <a:rPr lang="ru-RU" baseline="0" dirty="0" smtClean="0"/>
              <a:t>я анализа по данной методологии необходимо составить матрицу критериев. Пример такой матрицы вы можете видеть на слайде.</a:t>
            </a:r>
          </a:p>
          <a:p>
            <a:pPr marL="171450" indent="-171450">
              <a:buFont typeface="Arial" panose="020B0604020202020204" pitchFamily="34" charset="0"/>
              <a:buChar char="•"/>
            </a:pP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5</a:t>
            </a:fld>
            <a:endParaRPr lang="ru-RU"/>
          </a:p>
        </p:txBody>
      </p:sp>
    </p:spTree>
    <p:extLst>
      <p:ext uri="{BB962C8B-B14F-4D97-AF65-F5344CB8AC3E}">
        <p14:creationId xmlns:p14="http://schemas.microsoft.com/office/powerpoint/2010/main" val="1455218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71450" indent="-171450">
              <a:buFont typeface="Arial" panose="020B0604020202020204" pitchFamily="34" charset="0"/>
              <a:buChar char="•"/>
            </a:pPr>
            <a:r>
              <a:rPr lang="ru-RU" sz="1200" kern="1200" dirty="0" smtClean="0">
                <a:solidFill>
                  <a:schemeClr val="tx1"/>
                </a:solidFill>
                <a:effectLst/>
                <a:latin typeface="+mn-lt"/>
                <a:ea typeface="+mn-ea"/>
                <a:cs typeface="+mn-cs"/>
              </a:rPr>
              <a:t>В работе используется оригинальный метод определения остаточного ресурса на основе цензурирующих выборок. В результате применения метода определяются параметры функции распределения плотности вероятности отказов, на основе которых рассчитывается  остаточный ресурс узла с заданным уровнем надежности.</a:t>
            </a:r>
          </a:p>
          <a:p>
            <a:pPr marL="171450" indent="-171450">
              <a:buFont typeface="Arial" panose="020B0604020202020204" pitchFamily="34" charset="0"/>
              <a:buChar char="•"/>
            </a:pPr>
            <a:r>
              <a:rPr lang="ru-RU" sz="1200" kern="1200" dirty="0" smtClean="0">
                <a:solidFill>
                  <a:schemeClr val="tx1"/>
                </a:solidFill>
                <a:effectLst/>
                <a:latin typeface="+mn-lt"/>
                <a:ea typeface="+mn-ea"/>
                <a:cs typeface="+mn-cs"/>
              </a:rPr>
              <a:t>Преимущества данного метода определения остаточного ресурса заключается в том, что оценка остаточного ресурса возможна даже при очень малой входной выборке. Объем выборки будет влиять на точность определения остаточного ресурса.</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6</a:t>
            </a:fld>
            <a:endParaRPr lang="ru-RU"/>
          </a:p>
        </p:txBody>
      </p:sp>
    </p:spTree>
    <p:extLst>
      <p:ext uri="{BB962C8B-B14F-4D97-AF65-F5344CB8AC3E}">
        <p14:creationId xmlns:p14="http://schemas.microsoft.com/office/powerpoint/2010/main" val="4172447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7</a:t>
            </a:fld>
            <a:endParaRPr lang="ru-RU"/>
          </a:p>
        </p:txBody>
      </p:sp>
    </p:spTree>
    <p:extLst>
      <p:ext uri="{BB962C8B-B14F-4D97-AF65-F5344CB8AC3E}">
        <p14:creationId xmlns:p14="http://schemas.microsoft.com/office/powerpoint/2010/main" val="1431521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Метод был апробирован на двух выборках отказов однотипных узлов (электродвигателей и подшипниках </a:t>
            </a:r>
            <a:r>
              <a:rPr lang="ru-RU" sz="1200" kern="1200" dirty="0" err="1" smtClean="0">
                <a:solidFill>
                  <a:schemeClr val="tx1"/>
                </a:solidFill>
                <a:effectLst/>
                <a:latin typeface="+mn-lt"/>
                <a:ea typeface="+mn-ea"/>
                <a:cs typeface="+mn-cs"/>
              </a:rPr>
              <a:t>сукноведущих</a:t>
            </a:r>
            <a:r>
              <a:rPr lang="ru-RU" sz="1200" kern="1200" dirty="0" smtClean="0">
                <a:solidFill>
                  <a:schemeClr val="tx1"/>
                </a:solidFill>
                <a:effectLst/>
                <a:latin typeface="+mn-lt"/>
                <a:ea typeface="+mn-ea"/>
                <a:cs typeface="+mn-cs"/>
              </a:rPr>
              <a:t> валов), предоставленных ЦБК.</a:t>
            </a:r>
          </a:p>
          <a:p>
            <a:r>
              <a:rPr lang="ru-RU" sz="1200" kern="1200" dirty="0" smtClean="0">
                <a:solidFill>
                  <a:schemeClr val="tx1"/>
                </a:solidFill>
                <a:effectLst/>
                <a:latin typeface="+mn-lt"/>
                <a:ea typeface="+mn-ea"/>
                <a:cs typeface="+mn-cs"/>
              </a:rPr>
              <a:t>Результаты</a:t>
            </a:r>
            <a:r>
              <a:rPr lang="ru-RU" sz="1200" kern="1200" baseline="0" dirty="0" smtClean="0">
                <a:solidFill>
                  <a:schemeClr val="tx1"/>
                </a:solidFill>
                <a:effectLst/>
                <a:latin typeface="+mn-lt"/>
                <a:ea typeface="+mn-ea"/>
                <a:cs typeface="+mn-cs"/>
              </a:rPr>
              <a:t> </a:t>
            </a:r>
            <a:r>
              <a:rPr lang="ru-RU" sz="1200" kern="1200" baseline="0" dirty="0" err="1" smtClean="0">
                <a:solidFill>
                  <a:schemeClr val="tx1"/>
                </a:solidFill>
                <a:effectLst/>
                <a:latin typeface="+mn-lt"/>
                <a:ea typeface="+mn-ea"/>
                <a:cs typeface="+mn-cs"/>
              </a:rPr>
              <a:t>опробирования</a:t>
            </a:r>
            <a:r>
              <a:rPr lang="ru-RU" sz="1200" kern="1200" baseline="0" dirty="0" smtClean="0">
                <a:solidFill>
                  <a:schemeClr val="tx1"/>
                </a:solidFill>
                <a:effectLst/>
                <a:latin typeface="+mn-lt"/>
                <a:ea typeface="+mn-ea"/>
                <a:cs typeface="+mn-cs"/>
              </a:rPr>
              <a:t> показали, что ме</a:t>
            </a:r>
            <a:r>
              <a:rPr lang="ru-RU" sz="1200" kern="1200" dirty="0" smtClean="0">
                <a:solidFill>
                  <a:schemeClr val="tx1"/>
                </a:solidFill>
                <a:effectLst/>
                <a:latin typeface="+mn-lt"/>
                <a:ea typeface="+mn-ea"/>
                <a:cs typeface="+mn-cs"/>
              </a:rPr>
              <a:t>тод обеспечивает определение остаточного ресурса с погрешностью 4% уже при 3-м  отказе узлов данного типа. Результаты эксперимента были проведены на выборке из 18 подшипников </a:t>
            </a:r>
            <a:r>
              <a:rPr lang="ru-RU" sz="1200" kern="1200" dirty="0" err="1" smtClean="0">
                <a:solidFill>
                  <a:schemeClr val="tx1"/>
                </a:solidFill>
                <a:effectLst/>
                <a:latin typeface="+mn-lt"/>
                <a:ea typeface="+mn-ea"/>
                <a:cs typeface="+mn-cs"/>
              </a:rPr>
              <a:t>сукноведущих</a:t>
            </a:r>
            <a:r>
              <a:rPr lang="ru-RU" sz="1200" kern="1200" dirty="0" smtClean="0">
                <a:solidFill>
                  <a:schemeClr val="tx1"/>
                </a:solidFill>
                <a:effectLst/>
                <a:latin typeface="+mn-lt"/>
                <a:ea typeface="+mn-ea"/>
                <a:cs typeface="+mn-cs"/>
              </a:rPr>
              <a:t> валов и 5 электродвигателях.</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8</a:t>
            </a:fld>
            <a:endParaRPr lang="ru-RU"/>
          </a:p>
        </p:txBody>
      </p:sp>
    </p:spTree>
    <p:extLst>
      <p:ext uri="{BB962C8B-B14F-4D97-AF65-F5344CB8AC3E}">
        <p14:creationId xmlns:p14="http://schemas.microsoft.com/office/powerpoint/2010/main" val="4172447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Существует</a:t>
            </a:r>
            <a:r>
              <a:rPr lang="ru-RU" baseline="0" dirty="0" smtClean="0"/>
              <a:t> несколько методов анализа временного сигнала</a:t>
            </a:r>
            <a:r>
              <a:rPr lang="en-US" baseline="0" dirty="0" smtClean="0"/>
              <a:t>: </a:t>
            </a:r>
            <a:r>
              <a:rPr lang="ru-RU" baseline="0" dirty="0" smtClean="0"/>
              <a:t>анализ во временной зоне( т.е. анализ формы и значения сигнала с датчика) и частотный анализ. На практике эти два метода часто используют совместно, </a:t>
            </a:r>
            <a:r>
              <a:rPr lang="ru-RU" baseline="0" dirty="0" err="1" smtClean="0"/>
              <a:t>т.к</a:t>
            </a:r>
            <a:r>
              <a:rPr lang="ru-RU" baseline="0" dirty="0" smtClean="0"/>
              <a:t>  с помощью анализа во временной зоне не возможно определить локализацию дефекта, это его существенный недостаток.</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9</a:t>
            </a:fld>
            <a:endParaRPr lang="ru-RU"/>
          </a:p>
        </p:txBody>
      </p:sp>
    </p:spTree>
    <p:extLst>
      <p:ext uri="{BB962C8B-B14F-4D97-AF65-F5344CB8AC3E}">
        <p14:creationId xmlns:p14="http://schemas.microsoft.com/office/powerpoint/2010/main" val="1284494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Для анализа</a:t>
            </a:r>
            <a:r>
              <a:rPr lang="ru-RU" baseline="0" dirty="0" smtClean="0"/>
              <a:t> сигнала вибрации во временной зоне используют метод  Пик-фактор. Данный метод основан на том что при зарождающихся дефектах в подшипнике появляются пики ударных импульсов в высокочастотной области, при этом среднеквадратичные  уровни могут быть неизменные. Данный метод способен детектировать зарождение дефектов на более ранних этапах в отличии от </a:t>
            </a:r>
            <a:r>
              <a:rPr lang="ru-RU" baseline="0" dirty="0" err="1" smtClean="0"/>
              <a:t>методода</a:t>
            </a:r>
            <a:r>
              <a:rPr lang="ru-RU" baseline="0" dirty="0" smtClean="0"/>
              <a:t> СКЗ.</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10</a:t>
            </a:fld>
            <a:endParaRPr lang="ru-RU"/>
          </a:p>
        </p:txBody>
      </p:sp>
    </p:spTree>
    <p:extLst>
      <p:ext uri="{BB962C8B-B14F-4D97-AF65-F5344CB8AC3E}">
        <p14:creationId xmlns:p14="http://schemas.microsoft.com/office/powerpoint/2010/main" val="218304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71450" indent="-171450">
              <a:buFont typeface="Arial" panose="020B0604020202020204" pitchFamily="34" charset="0"/>
              <a:buChar char="•"/>
            </a:pPr>
            <a:r>
              <a:rPr lang="ru-RU" sz="1200" kern="1200" dirty="0" smtClean="0">
                <a:solidFill>
                  <a:schemeClr val="tx1"/>
                </a:solidFill>
                <a:effectLst/>
                <a:latin typeface="+mn-lt"/>
                <a:ea typeface="+mn-ea"/>
                <a:cs typeface="+mn-cs"/>
              </a:rPr>
              <a:t>Спектральный анализ наиболее часто применяется для исследования структуры вибрации, как наиболее адекватный способ обнаружения составляющих вибрации.</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200" kern="1200" dirty="0" smtClean="0">
                <a:solidFill>
                  <a:schemeClr val="tx1"/>
                </a:solidFill>
                <a:effectLst/>
                <a:latin typeface="+mn-lt"/>
                <a:ea typeface="+mn-ea"/>
                <a:cs typeface="+mn-cs"/>
              </a:rPr>
              <a:t>Зная характеристические частоты конкретного подшипника, метод позволяет выявлять повышенные амплитуды вибрации на частотах, совпадающих с частотами возможных повреждений элементов, резонансных частотах деталей, на частотах протекания рабочего процесса помогает, тем самым метод может обнаружить и идентифицировать неисправность на различных стадиях его развития.</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200" kern="1200" dirty="0" smtClean="0">
                <a:solidFill>
                  <a:schemeClr val="tx1"/>
                </a:solidFill>
                <a:effectLst/>
                <a:latin typeface="+mn-lt"/>
                <a:ea typeface="+mn-ea"/>
                <a:cs typeface="+mn-cs"/>
              </a:rPr>
              <a:t>Достоинства метода</a:t>
            </a:r>
            <a:r>
              <a:rPr lang="en-US" sz="1200" kern="1200" dirty="0" smtClean="0">
                <a:solidFill>
                  <a:schemeClr val="tx1"/>
                </a:solidFill>
                <a:effectLst/>
                <a:latin typeface="+mn-lt"/>
                <a:ea typeface="+mn-ea"/>
                <a:cs typeface="+mn-cs"/>
              </a:rPr>
              <a:t>:</a:t>
            </a:r>
            <a:r>
              <a:rPr lang="en-US" sz="1200" kern="1200" baseline="0" dirty="0" smtClean="0">
                <a:solidFill>
                  <a:schemeClr val="tx1"/>
                </a:solidFill>
                <a:effectLst/>
                <a:latin typeface="+mn-lt"/>
                <a:ea typeface="+mn-ea"/>
                <a:cs typeface="+mn-cs"/>
              </a:rPr>
              <a:t> </a:t>
            </a:r>
            <a:r>
              <a:rPr lang="ru-RU" sz="1200" kern="1200" baseline="0" dirty="0" smtClean="0">
                <a:solidFill>
                  <a:schemeClr val="tx1"/>
                </a:solidFill>
                <a:effectLst/>
                <a:latin typeface="+mn-lt"/>
                <a:ea typeface="+mn-ea"/>
                <a:cs typeface="+mn-cs"/>
              </a:rPr>
              <a:t>возможность локализации дефекта</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ru-RU" sz="1200" kern="1200" baseline="0" dirty="0" smtClean="0">
                <a:solidFill>
                  <a:schemeClr val="tx1"/>
                </a:solidFill>
                <a:effectLst/>
                <a:latin typeface="+mn-lt"/>
                <a:ea typeface="+mn-ea"/>
                <a:cs typeface="+mn-cs"/>
              </a:rPr>
              <a:t>Высокая </a:t>
            </a:r>
            <a:r>
              <a:rPr lang="ru-RU" sz="1200" kern="1200" baseline="0" dirty="0" err="1" smtClean="0">
                <a:solidFill>
                  <a:schemeClr val="tx1"/>
                </a:solidFill>
                <a:effectLst/>
                <a:latin typeface="+mn-lt"/>
                <a:ea typeface="+mn-ea"/>
                <a:cs typeface="+mn-cs"/>
              </a:rPr>
              <a:t>помехозащищеность</a:t>
            </a:r>
            <a:endParaRPr lang="ru-RU" sz="120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sz="1200" kern="1200" baseline="0" dirty="0" smtClean="0">
                <a:solidFill>
                  <a:schemeClr val="tx1"/>
                </a:solidFill>
                <a:effectLst/>
                <a:latin typeface="+mn-lt"/>
                <a:ea typeface="+mn-ea"/>
                <a:cs typeface="+mn-cs"/>
              </a:rPr>
              <a:t>К недостаткам можно отнести</a:t>
            </a:r>
            <a:r>
              <a:rPr lang="en-US" sz="1200" kern="1200" baseline="0" dirty="0" smtClean="0">
                <a:solidFill>
                  <a:schemeClr val="tx1"/>
                </a:solidFill>
                <a:effectLst/>
                <a:latin typeface="+mn-lt"/>
                <a:ea typeface="+mn-ea"/>
                <a:cs typeface="+mn-cs"/>
              </a:rPr>
              <a:t> </a:t>
            </a:r>
            <a:r>
              <a:rPr lang="ru-RU" sz="1200" kern="1200" baseline="0" dirty="0" smtClean="0">
                <a:solidFill>
                  <a:schemeClr val="tx1"/>
                </a:solidFill>
                <a:effectLst/>
                <a:latin typeface="+mn-lt"/>
                <a:ea typeface="+mn-ea"/>
                <a:cs typeface="+mn-cs"/>
              </a:rPr>
              <a:t>высокую стоимость оборудования, и трудность обработки </a:t>
            </a:r>
            <a:r>
              <a:rPr lang="ru-RU" sz="1200" kern="1200" baseline="0" dirty="0" err="1" smtClean="0">
                <a:solidFill>
                  <a:schemeClr val="tx1"/>
                </a:solidFill>
                <a:effectLst/>
                <a:latin typeface="+mn-lt"/>
                <a:ea typeface="+mn-ea"/>
                <a:cs typeface="+mn-cs"/>
              </a:rPr>
              <a:t>нестационнарных</a:t>
            </a:r>
            <a:r>
              <a:rPr lang="ru-RU" sz="1200" kern="1200" baseline="0" dirty="0" smtClean="0">
                <a:solidFill>
                  <a:schemeClr val="tx1"/>
                </a:solidFill>
                <a:effectLst/>
                <a:latin typeface="+mn-lt"/>
                <a:ea typeface="+mn-ea"/>
                <a:cs typeface="+mn-cs"/>
              </a:rPr>
              <a:t> сигналов.</a:t>
            </a:r>
            <a:endParaRPr lang="ru-RU" sz="1200" kern="1200" dirty="0" smtClean="0">
              <a:solidFill>
                <a:schemeClr val="tx1"/>
              </a:solidFill>
              <a:effectLst/>
              <a:latin typeface="+mn-lt"/>
              <a:ea typeface="+mn-ea"/>
              <a:cs typeface="+mn-cs"/>
            </a:endParaRPr>
          </a:p>
          <a:p>
            <a:pPr marL="171450" indent="-171450">
              <a:buFont typeface="Arial" panose="020B0604020202020204" pitchFamily="34" charset="0"/>
              <a:buChar char="•"/>
            </a:pP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11</a:t>
            </a:fld>
            <a:endParaRPr lang="ru-RU"/>
          </a:p>
        </p:txBody>
      </p:sp>
    </p:spTree>
    <p:extLst>
      <p:ext uri="{BB962C8B-B14F-4D97-AF65-F5344CB8AC3E}">
        <p14:creationId xmlns:p14="http://schemas.microsoft.com/office/powerpoint/2010/main" val="3926910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Одним из наиболее</a:t>
            </a:r>
            <a:r>
              <a:rPr lang="ru-RU" baseline="0" dirty="0" smtClean="0"/>
              <a:t> распространенных методов диагностики является </a:t>
            </a:r>
            <a:r>
              <a:rPr lang="ru-RU" baseline="0" dirty="0" err="1" smtClean="0"/>
              <a:t>вибромониторинг</a:t>
            </a:r>
            <a:r>
              <a:rPr lang="ru-RU" baseline="0" dirty="0" smtClean="0"/>
              <a:t>. Суть метода заключается в том, чтобы по сигналу с датчиков вибрации определять тренды повышения амплитуды тем самым определять общее состояние агрегата, либо же с помощью </a:t>
            </a:r>
            <a:r>
              <a:rPr lang="ru-RU" baseline="0" dirty="0" err="1" smtClean="0"/>
              <a:t>чатстотного</a:t>
            </a:r>
            <a:r>
              <a:rPr lang="ru-RU" baseline="0" dirty="0" smtClean="0"/>
              <a:t> разложения сигнала определять конкретный дефект диагностируемого узла. Например зная габариты подшипника мы можем выявлять с помощью частотного анализа гармоники его компонентов, тем самым судить о конкретной локализации дефектов в нем.</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12</a:t>
            </a:fld>
            <a:endParaRPr lang="ru-RU"/>
          </a:p>
        </p:txBody>
      </p:sp>
    </p:spTree>
    <p:extLst>
      <p:ext uri="{BB962C8B-B14F-4D97-AF65-F5344CB8AC3E}">
        <p14:creationId xmlns:p14="http://schemas.microsoft.com/office/powerpoint/2010/main" val="1251741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Для</a:t>
            </a:r>
            <a:r>
              <a:rPr lang="ru-RU" baseline="0" dirty="0" smtClean="0"/>
              <a:t> автоматического распознавания спектров вибросигнала наиболее часто используют нейронные сети. Данный метод имеет высокую точность определения дефекта и высокий уровень </a:t>
            </a:r>
            <a:r>
              <a:rPr lang="ru-RU" baseline="0" dirty="0" err="1" smtClean="0"/>
              <a:t>автоматизациии</a:t>
            </a:r>
            <a:r>
              <a:rPr lang="ru-RU" baseline="0" dirty="0" smtClean="0"/>
              <a:t> процесса. Но у него есть существенный недостаток Очень низкая степень унификации </a:t>
            </a:r>
            <a:r>
              <a:rPr lang="ru-RU" baseline="0" dirty="0" err="1" smtClean="0"/>
              <a:t>т.к</a:t>
            </a:r>
            <a:r>
              <a:rPr lang="ru-RU" baseline="0" dirty="0" smtClean="0"/>
              <a:t> для каждого нового узла необходимо создавать новую сеть и обучать ее.</a:t>
            </a:r>
          </a:p>
          <a:p>
            <a:endParaRPr lang="ru-RU" baseline="0" dirty="0" smtClean="0"/>
          </a:p>
          <a:p>
            <a:r>
              <a:rPr lang="ru-RU" baseline="0" dirty="0" smtClean="0"/>
              <a:t>Поэтому было решено разработать систему частотного анализа на основе продукционных правил.</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13</a:t>
            </a:fld>
            <a:endParaRPr lang="ru-RU"/>
          </a:p>
        </p:txBody>
      </p:sp>
    </p:spTree>
    <p:extLst>
      <p:ext uri="{BB962C8B-B14F-4D97-AF65-F5344CB8AC3E}">
        <p14:creationId xmlns:p14="http://schemas.microsoft.com/office/powerpoint/2010/main" val="868925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Для</a:t>
            </a:r>
            <a:r>
              <a:rPr lang="ru-RU" baseline="0" dirty="0" smtClean="0"/>
              <a:t> работы системы были взяты типовые спектры неполадок подшипников из учебника британского университета неразрушающего контроля, на основе которых были разработаны продукционные правила. Метод реализован с помощью программы в среде </a:t>
            </a:r>
            <a:r>
              <a:rPr lang="ru-RU" baseline="0" dirty="0" err="1" smtClean="0"/>
              <a:t>Матлаб</a:t>
            </a:r>
            <a:r>
              <a:rPr lang="ru-RU" baseline="0" dirty="0" smtClean="0"/>
              <a:t>.</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14</a:t>
            </a:fld>
            <a:endParaRPr lang="ru-RU"/>
          </a:p>
        </p:txBody>
      </p:sp>
    </p:spTree>
    <p:extLst>
      <p:ext uri="{BB962C8B-B14F-4D97-AF65-F5344CB8AC3E}">
        <p14:creationId xmlns:p14="http://schemas.microsoft.com/office/powerpoint/2010/main" val="3735600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aseline="0" dirty="0" smtClean="0"/>
              <a:t>На входе программы выбирается </a:t>
            </a:r>
            <a:r>
              <a:rPr lang="en-US" baseline="0" dirty="0" smtClean="0"/>
              <a:t>excel </a:t>
            </a:r>
            <a:r>
              <a:rPr lang="ru-RU" baseline="0" dirty="0" smtClean="0"/>
              <a:t>файл временного сигнала с датчика. После чего стандартной функцией быстрого </a:t>
            </a:r>
            <a:r>
              <a:rPr lang="ru-RU" baseline="0" dirty="0" err="1" smtClean="0"/>
              <a:t>преобразвания</a:t>
            </a:r>
            <a:r>
              <a:rPr lang="ru-RU" baseline="0" dirty="0" smtClean="0"/>
              <a:t> Фурье временной </a:t>
            </a:r>
            <a:r>
              <a:rPr lang="ru-RU" baseline="0" dirty="0" err="1" smtClean="0"/>
              <a:t>врибро</a:t>
            </a:r>
            <a:r>
              <a:rPr lang="ru-RU" baseline="0" dirty="0" smtClean="0"/>
              <a:t> сигнал раскладывается в спектр.  Далее выводятся графики временного сигнала и его спектра. После чего определяется пик-фактор временного сигнала, и анализ массива спектра с помощью продукционных правил.</a:t>
            </a:r>
            <a:endParaRPr lang="en-US" baseline="0" dirty="0" smtClean="0"/>
          </a:p>
        </p:txBody>
      </p:sp>
      <p:sp>
        <p:nvSpPr>
          <p:cNvPr id="4" name="Номер слайда 3"/>
          <p:cNvSpPr>
            <a:spLocks noGrp="1"/>
          </p:cNvSpPr>
          <p:nvPr>
            <p:ph type="sldNum" sz="quarter" idx="10"/>
          </p:nvPr>
        </p:nvSpPr>
        <p:spPr/>
        <p:txBody>
          <a:bodyPr/>
          <a:lstStyle/>
          <a:p>
            <a:fld id="{538F1C6B-57DE-4A51-B795-1B5ADF07B823}" type="slidenum">
              <a:rPr lang="ru-RU" smtClean="0"/>
              <a:pPr/>
              <a:t>15</a:t>
            </a:fld>
            <a:endParaRPr lang="ru-RU"/>
          </a:p>
        </p:txBody>
      </p:sp>
    </p:spTree>
    <p:extLst>
      <p:ext uri="{BB962C8B-B14F-4D97-AF65-F5344CB8AC3E}">
        <p14:creationId xmlns:p14="http://schemas.microsoft.com/office/powerpoint/2010/main" val="3587501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aseline="0" dirty="0" smtClean="0"/>
              <a:t>На входе программы выбирается </a:t>
            </a:r>
            <a:r>
              <a:rPr lang="en-US" baseline="0" dirty="0" smtClean="0"/>
              <a:t>excel </a:t>
            </a:r>
            <a:r>
              <a:rPr lang="ru-RU" baseline="0" dirty="0" smtClean="0"/>
              <a:t>файл временного сигнала с датчика. После чего стандартной функцией быстрого </a:t>
            </a:r>
            <a:r>
              <a:rPr lang="ru-RU" baseline="0" dirty="0" err="1" smtClean="0"/>
              <a:t>преобразвания</a:t>
            </a:r>
            <a:r>
              <a:rPr lang="ru-RU" baseline="0" dirty="0" smtClean="0"/>
              <a:t> Фурье временной </a:t>
            </a:r>
            <a:r>
              <a:rPr lang="ru-RU" baseline="0" dirty="0" err="1" smtClean="0"/>
              <a:t>врибро</a:t>
            </a:r>
            <a:r>
              <a:rPr lang="ru-RU" baseline="0" dirty="0" smtClean="0"/>
              <a:t> сигнал раскладывается в спектр.  Далее выводятся графики временного сигнала и его спектра. После чего определяется пик-фактор временного сигнала, и анализ массива спектра с помощью продукционных правил.</a:t>
            </a:r>
            <a:endParaRPr lang="en-US" baseline="0" dirty="0" smtClean="0"/>
          </a:p>
        </p:txBody>
      </p:sp>
      <p:sp>
        <p:nvSpPr>
          <p:cNvPr id="4" name="Номер слайда 3"/>
          <p:cNvSpPr>
            <a:spLocks noGrp="1"/>
          </p:cNvSpPr>
          <p:nvPr>
            <p:ph type="sldNum" sz="quarter" idx="10"/>
          </p:nvPr>
        </p:nvSpPr>
        <p:spPr/>
        <p:txBody>
          <a:bodyPr/>
          <a:lstStyle/>
          <a:p>
            <a:fld id="{538F1C6B-57DE-4A51-B795-1B5ADF07B823}" type="slidenum">
              <a:rPr lang="ru-RU" smtClean="0"/>
              <a:pPr/>
              <a:t>17</a:t>
            </a:fld>
            <a:endParaRPr lang="ru-RU"/>
          </a:p>
        </p:txBody>
      </p:sp>
    </p:spTree>
    <p:extLst>
      <p:ext uri="{BB962C8B-B14F-4D97-AF65-F5344CB8AC3E}">
        <p14:creationId xmlns:p14="http://schemas.microsoft.com/office/powerpoint/2010/main" val="2054998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18</a:t>
            </a:fld>
            <a:endParaRPr lang="ru-RU"/>
          </a:p>
        </p:txBody>
      </p:sp>
    </p:spTree>
    <p:extLst>
      <p:ext uri="{BB962C8B-B14F-4D97-AF65-F5344CB8AC3E}">
        <p14:creationId xmlns:p14="http://schemas.microsoft.com/office/powerpoint/2010/main" val="188211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Данный</a:t>
            </a:r>
            <a:r>
              <a:rPr lang="ru-RU" baseline="0" dirty="0" smtClean="0"/>
              <a:t> метод распознавания спектров был апробирован на 18 временных сигналах вибрации снятых с подшипниковых узлов БДМ.</a:t>
            </a:r>
          </a:p>
          <a:p>
            <a:r>
              <a:rPr lang="ru-RU" baseline="0" dirty="0" smtClean="0"/>
              <a:t>В 96 % результат обработки сигнала и определенный программой дефект совпал с экспертным решением </a:t>
            </a:r>
          </a:p>
          <a:p>
            <a:r>
              <a:rPr lang="ru-RU" baseline="0" dirty="0" smtClean="0"/>
              <a:t>В 4 % результаты программы определили предаварийное состояние узла, но причина неполадки не совпала с экспертным решением.</a:t>
            </a:r>
            <a:endParaRPr lang="ru-RU" dirty="0"/>
          </a:p>
        </p:txBody>
      </p:sp>
      <p:sp>
        <p:nvSpPr>
          <p:cNvPr id="4" name="Номер слайда 3"/>
          <p:cNvSpPr>
            <a:spLocks noGrp="1"/>
          </p:cNvSpPr>
          <p:nvPr>
            <p:ph type="sldNum" sz="quarter" idx="10"/>
          </p:nvPr>
        </p:nvSpPr>
        <p:spPr/>
        <p:txBody>
          <a:bodyPr/>
          <a:lstStyle/>
          <a:p>
            <a:fld id="{538F1C6B-57DE-4A51-B795-1B5ADF07B823}" type="slidenum">
              <a:rPr lang="ru-RU" smtClean="0"/>
              <a:pPr/>
              <a:t>20</a:t>
            </a:fld>
            <a:endParaRPr lang="ru-RU"/>
          </a:p>
        </p:txBody>
      </p:sp>
    </p:spTree>
    <p:extLst>
      <p:ext uri="{BB962C8B-B14F-4D97-AF65-F5344CB8AC3E}">
        <p14:creationId xmlns:p14="http://schemas.microsoft.com/office/powerpoint/2010/main" val="304130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1706360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124667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95445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2659900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4042843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3954963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4282087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3987430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3141220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344786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FBA086BA-1BA5-4E96-A4F7-A513915BC467}" type="datetimeFigureOut">
              <a:rPr lang="ru-RU" smtClean="0"/>
              <a:pPr/>
              <a:t>27.12.2016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9DEDAE7-F2ED-45FC-9420-33238EC046DE}" type="slidenum">
              <a:rPr lang="ru-RU" smtClean="0"/>
              <a:pPr/>
              <a:t>‹#›</a:t>
            </a:fld>
            <a:endParaRPr lang="ru-RU"/>
          </a:p>
        </p:txBody>
      </p:sp>
    </p:spTree>
    <p:extLst>
      <p:ext uri="{BB962C8B-B14F-4D97-AF65-F5344CB8AC3E}">
        <p14:creationId xmlns:p14="http://schemas.microsoft.com/office/powerpoint/2010/main" val="2655721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A086BA-1BA5-4E96-A4F7-A513915BC467}" type="datetimeFigureOut">
              <a:rPr lang="ru-RU" smtClean="0"/>
              <a:pPr/>
              <a:t>27.12.2016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EDAE7-F2ED-45FC-9420-33238EC046DE}" type="slidenum">
              <a:rPr lang="ru-RU" smtClean="0"/>
              <a:pPr/>
              <a:t>‹#›</a:t>
            </a:fld>
            <a:endParaRPr lang="ru-RU"/>
          </a:p>
        </p:txBody>
      </p:sp>
    </p:spTree>
    <p:extLst>
      <p:ext uri="{BB962C8B-B14F-4D97-AF65-F5344CB8AC3E}">
        <p14:creationId xmlns:p14="http://schemas.microsoft.com/office/powerpoint/2010/main" val="2412761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package" Target="../embeddings/_________Microsoft_Visio1.vsdx"/><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53494" y="644122"/>
            <a:ext cx="9144000" cy="3206079"/>
          </a:xfrm>
        </p:spPr>
        <p:txBody>
          <a:bodyPr>
            <a:normAutofit fontScale="90000"/>
          </a:bodyPr>
          <a:lstStyle/>
          <a:p>
            <a:pPr algn="l"/>
            <a:r>
              <a:rPr lang="ru-RU" b="1" dirty="0" smtClean="0">
                <a:latin typeface="Corbel" panose="020B0503020204020204" pitchFamily="34" charset="0"/>
                <a:cs typeface="Courier New" panose="02070309020205020404" pitchFamily="49" charset="0"/>
              </a:rPr>
              <a:t>Исследование </a:t>
            </a:r>
            <a:r>
              <a:rPr lang="ru-RU" b="1" smtClean="0">
                <a:latin typeface="Corbel" panose="020B0503020204020204" pitchFamily="34" charset="0"/>
                <a:cs typeface="Courier New" panose="02070309020205020404" pitchFamily="49" charset="0"/>
              </a:rPr>
              <a:t>возможности построения </a:t>
            </a:r>
            <a:r>
              <a:rPr lang="ru-RU" b="1" dirty="0" smtClean="0">
                <a:latin typeface="Corbel" panose="020B0503020204020204" pitchFamily="34" charset="0"/>
                <a:cs typeface="Courier New" panose="02070309020205020404" pitchFamily="49" charset="0"/>
              </a:rPr>
              <a:t>подсистемы ТОРО с помощью облачных технологий</a:t>
            </a:r>
            <a:endParaRPr lang="ru-RU" dirty="0">
              <a:latin typeface="Corbel" panose="020B0503020204020204" pitchFamily="34" charset="0"/>
              <a:cs typeface="Courier New" panose="02070309020205020404" pitchFamily="49" charset="0"/>
            </a:endParaRPr>
          </a:p>
        </p:txBody>
      </p:sp>
      <p:sp>
        <p:nvSpPr>
          <p:cNvPr id="11" name="TextBox 10"/>
          <p:cNvSpPr txBox="1"/>
          <p:nvPr/>
        </p:nvSpPr>
        <p:spPr>
          <a:xfrm>
            <a:off x="6126425" y="5477934"/>
            <a:ext cx="5876482" cy="646331"/>
          </a:xfrm>
          <a:prstGeom prst="rect">
            <a:avLst/>
          </a:prstGeom>
          <a:noFill/>
        </p:spPr>
        <p:txBody>
          <a:bodyPr wrap="none" rtlCol="0">
            <a:spAutoFit/>
          </a:bodyPr>
          <a:lstStyle/>
          <a:p>
            <a:pPr algn="r"/>
            <a:r>
              <a:rPr lang="ru-RU" i="1" dirty="0" smtClean="0"/>
              <a:t>Докладчик</a:t>
            </a:r>
            <a:r>
              <a:rPr lang="en-US" i="1" dirty="0" smtClean="0"/>
              <a:t>: </a:t>
            </a:r>
            <a:r>
              <a:rPr lang="ru-RU" i="1" dirty="0" smtClean="0"/>
              <a:t>студент </a:t>
            </a:r>
            <a:r>
              <a:rPr lang="ru-RU" b="1" i="1" dirty="0" smtClean="0"/>
              <a:t>Столяров К.И</a:t>
            </a:r>
          </a:p>
          <a:p>
            <a:pPr algn="r"/>
            <a:r>
              <a:rPr lang="ru-RU" i="1" dirty="0" smtClean="0"/>
              <a:t>Научный руководитель</a:t>
            </a:r>
            <a:r>
              <a:rPr lang="en-US" i="1" dirty="0" smtClean="0"/>
              <a:t>: </a:t>
            </a:r>
            <a:r>
              <a:rPr lang="ru-RU" b="1" i="1" dirty="0"/>
              <a:t>Овсянников М.В.</a:t>
            </a:r>
            <a:r>
              <a:rPr lang="ru-RU" i="1" dirty="0"/>
              <a:t>, </a:t>
            </a:r>
            <a:r>
              <a:rPr lang="ru-RU" i="1" dirty="0" err="1"/>
              <a:t>к.т.н</a:t>
            </a:r>
            <a:r>
              <a:rPr lang="ru-RU" i="1" dirty="0"/>
              <a:t>, доцент</a:t>
            </a:r>
          </a:p>
        </p:txBody>
      </p:sp>
    </p:spTree>
    <p:extLst>
      <p:ext uri="{BB962C8B-B14F-4D97-AF65-F5344CB8AC3E}">
        <p14:creationId xmlns:p14="http://schemas.microsoft.com/office/powerpoint/2010/main" val="31789838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3" cstate="print"/>
          <a:stretch>
            <a:fillRect/>
          </a:stretch>
        </p:blipFill>
        <p:spPr>
          <a:xfrm>
            <a:off x="1549667" y="524102"/>
            <a:ext cx="8869341" cy="5723669"/>
          </a:xfrm>
          <a:prstGeom prst="rect">
            <a:avLst/>
          </a:prstGeom>
        </p:spPr>
      </p:pic>
      <p:sp>
        <p:nvSpPr>
          <p:cNvPr id="5" name="Заголовок 1"/>
          <p:cNvSpPr>
            <a:spLocks noGrp="1"/>
          </p:cNvSpPr>
          <p:nvPr>
            <p:ph type="title"/>
          </p:nvPr>
        </p:nvSpPr>
        <p:spPr>
          <a:xfrm>
            <a:off x="838200" y="0"/>
            <a:ext cx="10515600" cy="607027"/>
          </a:xfrm>
        </p:spPr>
        <p:txBody>
          <a:bodyPr>
            <a:normAutofit/>
          </a:bodyPr>
          <a:lstStyle/>
          <a:p>
            <a:r>
              <a:rPr lang="ru-RU" sz="2400" b="1" dirty="0" smtClean="0">
                <a:cs typeface="Courier New" panose="02070309020205020404" pitchFamily="49" charset="0"/>
              </a:rPr>
              <a:t>Проблемы контроля и диагностики на примере БДМ</a:t>
            </a:r>
            <a:endParaRPr lang="ru-RU" sz="2400" dirty="0"/>
          </a:p>
        </p:txBody>
      </p:sp>
      <p:sp>
        <p:nvSpPr>
          <p:cNvPr id="14" name="Нашивка 13"/>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15" name="Нашивка 14"/>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16" name="Нашивка 15"/>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17" name="Нашивка 16"/>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18" name="Нашивка 17"/>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19" name="Нашивка 18"/>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20" name="Нашивка 19"/>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22195394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0"/>
            <a:ext cx="10515600" cy="741145"/>
          </a:xfrm>
        </p:spPr>
        <p:txBody>
          <a:bodyPr>
            <a:normAutofit/>
          </a:bodyPr>
          <a:lstStyle/>
          <a:p>
            <a:r>
              <a:rPr lang="ru-RU" sz="2400" b="1" dirty="0" smtClean="0"/>
              <a:t>Структура контроля </a:t>
            </a:r>
            <a:r>
              <a:rPr lang="ru-RU" sz="2400" b="1" dirty="0"/>
              <a:t>и диагностики  </a:t>
            </a:r>
            <a:r>
              <a:rPr lang="ru-RU" sz="2400" b="1" dirty="0" smtClean="0"/>
              <a:t>ТОРО</a:t>
            </a:r>
            <a:endParaRPr lang="ru-RU" sz="2400" dirty="0"/>
          </a:p>
        </p:txBody>
      </p:sp>
      <p:graphicFrame>
        <p:nvGraphicFramePr>
          <p:cNvPr id="5" name="Схема 4"/>
          <p:cNvGraphicFramePr/>
          <p:nvPr>
            <p:extLst>
              <p:ext uri="{D42A27DB-BD31-4B8C-83A1-F6EECF244321}">
                <p14:modId xmlns:p14="http://schemas.microsoft.com/office/powerpoint/2010/main" val="2179409409"/>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Схема 9"/>
          <p:cNvGraphicFramePr/>
          <p:nvPr>
            <p:extLst>
              <p:ext uri="{D42A27DB-BD31-4B8C-83A1-F6EECF244321}">
                <p14:modId xmlns:p14="http://schemas.microsoft.com/office/powerpoint/2010/main" val="3949591823"/>
              </p:ext>
            </p:extLst>
          </p:nvPr>
        </p:nvGraphicFramePr>
        <p:xfrm>
          <a:off x="2032000" y="380197"/>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3" name="Выгнутая вверх стрелка 52"/>
          <p:cNvSpPr/>
          <p:nvPr/>
        </p:nvSpPr>
        <p:spPr>
          <a:xfrm rot="10800000">
            <a:off x="6828331" y="5428649"/>
            <a:ext cx="1362767" cy="49570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73" name="Стрелка углом вверх 72"/>
          <p:cNvSpPr/>
          <p:nvPr/>
        </p:nvSpPr>
        <p:spPr>
          <a:xfrm flipH="1" flipV="1">
            <a:off x="4475746" y="1251281"/>
            <a:ext cx="510139" cy="3031960"/>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Нашивка 22"/>
          <p:cNvSpPr/>
          <p:nvPr/>
        </p:nvSpPr>
        <p:spPr>
          <a:xfrm>
            <a:off x="371383" y="6184233"/>
            <a:ext cx="1607419" cy="644892"/>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4" name="Нашивка 23"/>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5" name="Нашивка 24"/>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6" name="Нашивка 25"/>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7" name="Нашивка 26"/>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28" name="Нашивка 27"/>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29" name="Нашивка 28"/>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2266749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Схема 5"/>
          <p:cNvGraphicFramePr/>
          <p:nvPr>
            <p:extLst>
              <p:ext uri="{D42A27DB-BD31-4B8C-83A1-F6EECF244321}">
                <p14:modId xmlns:p14="http://schemas.microsoft.com/office/powerpoint/2010/main" val="1593481756"/>
              </p:ext>
            </p:extLst>
          </p:nvPr>
        </p:nvGraphicFramePr>
        <p:xfrm>
          <a:off x="163629" y="-11855"/>
          <a:ext cx="11708343" cy="54645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Заголовок 1"/>
          <p:cNvSpPr>
            <a:spLocks noGrp="1"/>
          </p:cNvSpPr>
          <p:nvPr>
            <p:ph type="title"/>
          </p:nvPr>
        </p:nvSpPr>
        <p:spPr>
          <a:xfrm>
            <a:off x="838200" y="0"/>
            <a:ext cx="10515600" cy="741145"/>
          </a:xfrm>
        </p:spPr>
        <p:txBody>
          <a:bodyPr>
            <a:normAutofit/>
          </a:bodyPr>
          <a:lstStyle/>
          <a:p>
            <a:r>
              <a:rPr lang="ru-RU" sz="2400" b="1" dirty="0" smtClean="0"/>
              <a:t>Определени</a:t>
            </a:r>
            <a:r>
              <a:rPr lang="ru-RU" sz="2400" b="1" dirty="0"/>
              <a:t>е</a:t>
            </a:r>
            <a:r>
              <a:rPr lang="ru-RU" sz="2400" b="1" dirty="0" smtClean="0"/>
              <a:t> критичности оборудования</a:t>
            </a:r>
            <a:r>
              <a:rPr lang="en-US" sz="2400" b="1" dirty="0" smtClean="0"/>
              <a:t>. </a:t>
            </a:r>
            <a:endParaRPr lang="ru-RU" sz="2400" b="1" dirty="0"/>
          </a:p>
        </p:txBody>
      </p:sp>
      <p:sp>
        <p:nvSpPr>
          <p:cNvPr id="12" name="Нашивка 11"/>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13" name="Нашивка 12"/>
          <p:cNvSpPr/>
          <p:nvPr/>
        </p:nvSpPr>
        <p:spPr>
          <a:xfrm>
            <a:off x="1784693" y="6184233"/>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100" b="1" dirty="0" smtClean="0">
                <a:solidFill>
                  <a:schemeClr val="tx1"/>
                </a:solidFill>
              </a:rPr>
              <a:t>Критичность узла</a:t>
            </a:r>
            <a:endParaRPr lang="ru-RU" sz="1100" b="1" dirty="0">
              <a:solidFill>
                <a:schemeClr val="tx1"/>
              </a:solidFill>
            </a:endParaRPr>
          </a:p>
        </p:txBody>
      </p:sp>
      <p:sp>
        <p:nvSpPr>
          <p:cNvPr id="14" name="Нашивка 13"/>
          <p:cNvSpPr/>
          <p:nvPr/>
        </p:nvSpPr>
        <p:spPr>
          <a:xfrm>
            <a:off x="3198003" y="6184233"/>
            <a:ext cx="1607419" cy="644892"/>
          </a:xfrm>
          <a:prstGeom prst="chevron">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b="1" dirty="0" smtClean="0">
              <a:solidFill>
                <a:schemeClr val="tx1"/>
              </a:solidFill>
            </a:endParaRPr>
          </a:p>
          <a:p>
            <a:pPr algn="ctr"/>
            <a:r>
              <a:rPr lang="ru-RU" sz="1100" b="1" dirty="0" smtClean="0">
                <a:solidFill>
                  <a:schemeClr val="tx1"/>
                </a:solidFill>
              </a:rPr>
              <a:t>Остаточный ресурс узла</a:t>
            </a:r>
          </a:p>
          <a:p>
            <a:pPr algn="ctr"/>
            <a:endParaRPr lang="ru-RU" dirty="0">
              <a:solidFill>
                <a:schemeClr val="tx1"/>
              </a:solidFill>
            </a:endParaRPr>
          </a:p>
        </p:txBody>
      </p:sp>
      <p:sp>
        <p:nvSpPr>
          <p:cNvPr id="15" name="Нашивка 14"/>
          <p:cNvSpPr/>
          <p:nvPr/>
        </p:nvSpPr>
        <p:spPr>
          <a:xfrm>
            <a:off x="4601686"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16" name="Нашивка 15"/>
          <p:cNvSpPr/>
          <p:nvPr/>
        </p:nvSpPr>
        <p:spPr>
          <a:xfrm>
            <a:off x="602462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17" name="Нашивка 16"/>
          <p:cNvSpPr/>
          <p:nvPr/>
        </p:nvSpPr>
        <p:spPr>
          <a:xfrm>
            <a:off x="743793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18" name="Нашивка 17"/>
          <p:cNvSpPr/>
          <p:nvPr/>
        </p:nvSpPr>
        <p:spPr>
          <a:xfrm>
            <a:off x="8851243" y="6184233"/>
            <a:ext cx="1601793"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Результаты применения</a:t>
            </a:r>
          </a:p>
          <a:p>
            <a:pPr algn="ctr"/>
            <a:r>
              <a:rPr lang="ru-RU" sz="1100" b="1" dirty="0" smtClean="0">
                <a:solidFill>
                  <a:schemeClr val="tx1"/>
                </a:solidFill>
              </a:rPr>
              <a:t>продукционных  правил</a:t>
            </a:r>
            <a:endParaRPr lang="ru-RU" sz="1100" b="1" dirty="0">
              <a:solidFill>
                <a:schemeClr val="tx1"/>
              </a:solidFill>
            </a:endParaRPr>
          </a:p>
        </p:txBody>
      </p:sp>
      <p:sp>
        <p:nvSpPr>
          <p:cNvPr id="19" name="Нашивка 18"/>
          <p:cNvSpPr/>
          <p:nvPr/>
        </p:nvSpPr>
        <p:spPr>
          <a:xfrm>
            <a:off x="1026455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7" name="TextBox 6"/>
          <p:cNvSpPr txBox="1"/>
          <p:nvPr/>
        </p:nvSpPr>
        <p:spPr>
          <a:xfrm>
            <a:off x="4601686" y="3311092"/>
            <a:ext cx="2751844" cy="1384995"/>
          </a:xfrm>
          <a:prstGeom prst="rect">
            <a:avLst/>
          </a:prstGeom>
          <a:noFill/>
        </p:spPr>
        <p:txBody>
          <a:bodyPr wrap="none" rtlCol="0">
            <a:spAutoFit/>
          </a:bodyPr>
          <a:lstStyle/>
          <a:p>
            <a:r>
              <a:rPr lang="ru-RU" sz="1400" b="1" dirty="0" smtClean="0"/>
              <a:t>Оценка по критериям</a:t>
            </a:r>
            <a:r>
              <a:rPr lang="en-US" sz="1400" b="1" dirty="0" smtClean="0"/>
              <a:t>:</a:t>
            </a:r>
          </a:p>
          <a:p>
            <a:pPr marL="342900" indent="-342900">
              <a:buAutoNum type="arabicParenR"/>
            </a:pPr>
            <a:r>
              <a:rPr lang="ru-RU" sz="1400" b="1" dirty="0" smtClean="0"/>
              <a:t>Безопасность</a:t>
            </a:r>
          </a:p>
          <a:p>
            <a:pPr marL="342900" indent="-342900">
              <a:buAutoNum type="arabicParenR"/>
            </a:pPr>
            <a:r>
              <a:rPr lang="ru-RU" sz="1400" b="1" dirty="0" smtClean="0"/>
              <a:t>Потеря производительности</a:t>
            </a:r>
          </a:p>
          <a:p>
            <a:pPr marL="342900" indent="-342900">
              <a:buAutoNum type="arabicParenR"/>
            </a:pPr>
            <a:r>
              <a:rPr lang="ru-RU" sz="1400" b="1" dirty="0" smtClean="0"/>
              <a:t>Степень эксплуатации</a:t>
            </a:r>
          </a:p>
          <a:p>
            <a:pPr marL="342900" indent="-342900">
              <a:buAutoNum type="arabicParenR"/>
            </a:pPr>
            <a:r>
              <a:rPr lang="ru-RU" sz="1400" b="1" dirty="0" smtClean="0"/>
              <a:t>Частота отказов</a:t>
            </a:r>
          </a:p>
          <a:p>
            <a:pPr marL="342900" indent="-342900">
              <a:buAutoNum type="arabicParenR"/>
            </a:pPr>
            <a:r>
              <a:rPr lang="ru-RU" sz="1400" b="1" dirty="0" smtClean="0"/>
              <a:t>Стоимость ТО</a:t>
            </a:r>
            <a:endParaRPr lang="ru-RU" sz="1400" b="1" dirty="0"/>
          </a:p>
        </p:txBody>
      </p:sp>
      <p:sp>
        <p:nvSpPr>
          <p:cNvPr id="20" name="TextBox 19"/>
          <p:cNvSpPr txBox="1"/>
          <p:nvPr/>
        </p:nvSpPr>
        <p:spPr>
          <a:xfrm>
            <a:off x="6103230" y="1572003"/>
            <a:ext cx="1900392" cy="523220"/>
          </a:xfrm>
          <a:prstGeom prst="rect">
            <a:avLst/>
          </a:prstGeom>
          <a:noFill/>
        </p:spPr>
        <p:txBody>
          <a:bodyPr wrap="square" rtlCol="0">
            <a:spAutoFit/>
          </a:bodyPr>
          <a:lstStyle/>
          <a:p>
            <a:r>
              <a:rPr lang="ru-RU" sz="1400" b="1" dirty="0" smtClean="0"/>
              <a:t>*Оценка </a:t>
            </a:r>
            <a:r>
              <a:rPr lang="ru-RU" sz="1400" b="1" dirty="0"/>
              <a:t>о</a:t>
            </a:r>
            <a:r>
              <a:rPr lang="ru-RU" sz="1400" b="1" dirty="0" smtClean="0"/>
              <a:t>статочного ресурса узла</a:t>
            </a:r>
            <a:endParaRPr lang="en-US" sz="1400" b="1" dirty="0" smtClean="0"/>
          </a:p>
        </p:txBody>
      </p:sp>
      <p:sp>
        <p:nvSpPr>
          <p:cNvPr id="21" name="TextBox 20"/>
          <p:cNvSpPr txBox="1"/>
          <p:nvPr/>
        </p:nvSpPr>
        <p:spPr>
          <a:xfrm>
            <a:off x="7437933" y="3311088"/>
            <a:ext cx="2755178" cy="954107"/>
          </a:xfrm>
          <a:prstGeom prst="rect">
            <a:avLst/>
          </a:prstGeom>
          <a:noFill/>
        </p:spPr>
        <p:txBody>
          <a:bodyPr wrap="none" rtlCol="0">
            <a:spAutoFit/>
          </a:bodyPr>
          <a:lstStyle/>
          <a:p>
            <a:r>
              <a:rPr lang="ru-RU" sz="1400" b="1" dirty="0" smtClean="0"/>
              <a:t>Определение критичности</a:t>
            </a:r>
          </a:p>
          <a:p>
            <a:r>
              <a:rPr lang="ru-RU" sz="1400" b="1" dirty="0" smtClean="0"/>
              <a:t>согласно методологии </a:t>
            </a:r>
            <a:r>
              <a:rPr lang="en-US" sz="1400" b="1" dirty="0" smtClean="0"/>
              <a:t>FMEA</a:t>
            </a:r>
            <a:endParaRPr lang="ru-RU" sz="1400" b="1" dirty="0" smtClean="0"/>
          </a:p>
          <a:p>
            <a:r>
              <a:rPr lang="ru-RU" sz="1400" b="1" dirty="0"/>
              <a:t>и</a:t>
            </a:r>
            <a:r>
              <a:rPr lang="ru-RU" sz="1400" b="1" dirty="0" smtClean="0"/>
              <a:t>ли с помощью продукционных </a:t>
            </a:r>
          </a:p>
          <a:p>
            <a:r>
              <a:rPr lang="ru-RU" sz="1400" b="1" dirty="0" smtClean="0"/>
              <a:t>правил</a:t>
            </a:r>
            <a:endParaRPr lang="ru-RU" sz="1400" b="1" dirty="0"/>
          </a:p>
        </p:txBody>
      </p:sp>
      <p:sp>
        <p:nvSpPr>
          <p:cNvPr id="22" name="TextBox 21"/>
          <p:cNvSpPr txBox="1"/>
          <p:nvPr/>
        </p:nvSpPr>
        <p:spPr>
          <a:xfrm>
            <a:off x="9534649" y="1162330"/>
            <a:ext cx="1819151" cy="954107"/>
          </a:xfrm>
          <a:prstGeom prst="rect">
            <a:avLst/>
          </a:prstGeom>
          <a:noFill/>
        </p:spPr>
        <p:txBody>
          <a:bodyPr wrap="square" rtlCol="0">
            <a:spAutoFit/>
          </a:bodyPr>
          <a:lstStyle/>
          <a:p>
            <a:r>
              <a:rPr lang="ru-RU" sz="1400" b="1" dirty="0" smtClean="0"/>
              <a:t>Составление протокола с результатами анализа</a:t>
            </a:r>
          </a:p>
        </p:txBody>
      </p:sp>
    </p:spTree>
    <p:extLst>
      <p:ext uri="{BB962C8B-B14F-4D97-AF65-F5344CB8AC3E}">
        <p14:creationId xmlns:p14="http://schemas.microsoft.com/office/powerpoint/2010/main" val="3372123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Нашивка 3"/>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5" name="Нашивка 4"/>
          <p:cNvSpPr/>
          <p:nvPr/>
        </p:nvSpPr>
        <p:spPr>
          <a:xfrm>
            <a:off x="1784693" y="6184233"/>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100" b="1" dirty="0" smtClean="0">
                <a:solidFill>
                  <a:schemeClr val="tx1"/>
                </a:solidFill>
              </a:rPr>
              <a:t>Критичность узла</a:t>
            </a:r>
            <a:endParaRPr lang="ru-RU" sz="1100" b="1" dirty="0">
              <a:solidFill>
                <a:schemeClr val="tx1"/>
              </a:solidFill>
            </a:endParaRPr>
          </a:p>
        </p:txBody>
      </p:sp>
      <p:sp>
        <p:nvSpPr>
          <p:cNvPr id="6" name="Нашивка 5"/>
          <p:cNvSpPr/>
          <p:nvPr/>
        </p:nvSpPr>
        <p:spPr>
          <a:xfrm>
            <a:off x="3198003" y="6184233"/>
            <a:ext cx="1607419" cy="644892"/>
          </a:xfrm>
          <a:prstGeom prst="chevron">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b="1" dirty="0" smtClean="0">
              <a:solidFill>
                <a:schemeClr val="tx1"/>
              </a:solidFill>
            </a:endParaRPr>
          </a:p>
          <a:p>
            <a:pPr algn="ctr"/>
            <a:r>
              <a:rPr lang="ru-RU" sz="1100" b="1" dirty="0" smtClean="0">
                <a:solidFill>
                  <a:schemeClr val="tx1"/>
                </a:solidFill>
              </a:rPr>
              <a:t>Остаточный ресурс узла</a:t>
            </a:r>
          </a:p>
          <a:p>
            <a:pPr algn="ctr"/>
            <a:endParaRPr lang="ru-RU" dirty="0">
              <a:solidFill>
                <a:schemeClr val="tx1"/>
              </a:solidFill>
            </a:endParaRPr>
          </a:p>
        </p:txBody>
      </p:sp>
      <p:sp>
        <p:nvSpPr>
          <p:cNvPr id="7" name="Нашивка 6"/>
          <p:cNvSpPr/>
          <p:nvPr/>
        </p:nvSpPr>
        <p:spPr>
          <a:xfrm>
            <a:off x="4601686"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8" name="Нашивка 7"/>
          <p:cNvSpPr/>
          <p:nvPr/>
        </p:nvSpPr>
        <p:spPr>
          <a:xfrm>
            <a:off x="602462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9" name="Нашивка 8"/>
          <p:cNvSpPr/>
          <p:nvPr/>
        </p:nvSpPr>
        <p:spPr>
          <a:xfrm>
            <a:off x="743793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10" name="Нашивка 9"/>
          <p:cNvSpPr/>
          <p:nvPr/>
        </p:nvSpPr>
        <p:spPr>
          <a:xfrm>
            <a:off x="8851243" y="6184233"/>
            <a:ext cx="1601793"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Результаты применения</a:t>
            </a:r>
          </a:p>
          <a:p>
            <a:pPr algn="ctr"/>
            <a:r>
              <a:rPr lang="ru-RU" sz="1100" b="1" dirty="0" smtClean="0">
                <a:solidFill>
                  <a:schemeClr val="tx1"/>
                </a:solidFill>
              </a:rPr>
              <a:t>продукционных  правил</a:t>
            </a:r>
            <a:endParaRPr lang="ru-RU" sz="1100" b="1" dirty="0">
              <a:solidFill>
                <a:schemeClr val="tx1"/>
              </a:solidFill>
            </a:endParaRPr>
          </a:p>
        </p:txBody>
      </p:sp>
      <p:sp>
        <p:nvSpPr>
          <p:cNvPr id="11" name="Нашивка 10"/>
          <p:cNvSpPr/>
          <p:nvPr/>
        </p:nvSpPr>
        <p:spPr>
          <a:xfrm>
            <a:off x="1026455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13" name="Заголовок 1"/>
          <p:cNvSpPr>
            <a:spLocks noGrp="1"/>
          </p:cNvSpPr>
          <p:nvPr>
            <p:ph type="title"/>
          </p:nvPr>
        </p:nvSpPr>
        <p:spPr>
          <a:xfrm>
            <a:off x="838200" y="0"/>
            <a:ext cx="10515600" cy="741145"/>
          </a:xfrm>
        </p:spPr>
        <p:txBody>
          <a:bodyPr>
            <a:normAutofit/>
          </a:bodyPr>
          <a:lstStyle/>
          <a:p>
            <a:r>
              <a:rPr lang="ru-RU" sz="2400" b="1" dirty="0" smtClean="0"/>
              <a:t>Определени</a:t>
            </a:r>
            <a:r>
              <a:rPr lang="ru-RU" sz="2400" b="1" dirty="0"/>
              <a:t>е</a:t>
            </a:r>
            <a:r>
              <a:rPr lang="ru-RU" sz="2400" b="1" dirty="0" smtClean="0"/>
              <a:t> критичности оборудования</a:t>
            </a:r>
            <a:r>
              <a:rPr lang="en-US" sz="2400" b="1" dirty="0" smtClean="0"/>
              <a:t>.</a:t>
            </a:r>
            <a:r>
              <a:rPr lang="ru-RU" sz="2400" b="1" dirty="0" smtClean="0"/>
              <a:t> Матрица критичности.</a:t>
            </a:r>
            <a:r>
              <a:rPr lang="en-US" sz="2400" b="1" dirty="0" smtClean="0"/>
              <a:t> </a:t>
            </a:r>
            <a:endParaRPr lang="ru-RU" sz="2400" b="1" dirty="0"/>
          </a:p>
        </p:txBody>
      </p:sp>
      <p:sp>
        <p:nvSpPr>
          <p:cNvPr id="14" name="Rectangle 2"/>
          <p:cNvSpPr>
            <a:spLocks noChangeArrowheads="1"/>
          </p:cNvSpPr>
          <p:nvPr/>
        </p:nvSpPr>
        <p:spPr bwMode="auto">
          <a:xfrm>
            <a:off x="-993970" y="1125905"/>
            <a:ext cx="18121763" cy="51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ru-RU"/>
          </a:p>
        </p:txBody>
      </p:sp>
      <p:graphicFrame>
        <p:nvGraphicFramePr>
          <p:cNvPr id="15" name="Объект 14"/>
          <p:cNvGraphicFramePr>
            <a:graphicFrameLocks noChangeAspect="1"/>
          </p:cNvGraphicFramePr>
          <p:nvPr>
            <p:extLst>
              <p:ext uri="{D42A27DB-BD31-4B8C-83A1-F6EECF244321}">
                <p14:modId xmlns:p14="http://schemas.microsoft.com/office/powerpoint/2010/main" val="2210593091"/>
              </p:ext>
            </p:extLst>
          </p:nvPr>
        </p:nvGraphicFramePr>
        <p:xfrm>
          <a:off x="945072" y="902524"/>
          <a:ext cx="10075882" cy="5102669"/>
        </p:xfrm>
        <a:graphic>
          <a:graphicData uri="http://schemas.openxmlformats.org/presentationml/2006/ole">
            <mc:AlternateContent xmlns:mc="http://schemas.openxmlformats.org/markup-compatibility/2006">
              <mc:Choice xmlns:v="urn:schemas-microsoft-com:vml" Requires="v">
                <p:oleObj spid="_x0000_s2073" name="Visio" r:id="rId5" imgW="11105955" imgH="5645173" progId="Visio.Drawing.15">
                  <p:embed/>
                </p:oleObj>
              </mc:Choice>
              <mc:Fallback>
                <p:oleObj name="Visio" r:id="rId5" imgW="11105955" imgH="5645173"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5072" y="902524"/>
                        <a:ext cx="10075882" cy="5102669"/>
                      </a:xfrm>
                      <a:prstGeom prst="rect">
                        <a:avLst/>
                      </a:prstGeom>
                      <a:noFill/>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Заголовок 1"/>
          <p:cNvSpPr>
            <a:spLocks noGrp="1"/>
          </p:cNvSpPr>
          <p:nvPr>
            <p:ph type="title"/>
          </p:nvPr>
        </p:nvSpPr>
        <p:spPr>
          <a:xfrm>
            <a:off x="838200" y="0"/>
            <a:ext cx="10515600" cy="741145"/>
          </a:xfrm>
        </p:spPr>
        <p:txBody>
          <a:bodyPr>
            <a:noAutofit/>
          </a:bodyPr>
          <a:lstStyle/>
          <a:p>
            <a:r>
              <a:rPr lang="ru-RU" sz="2400" b="1" dirty="0" smtClean="0"/>
              <a:t>Определение остаточного ресурса </a:t>
            </a:r>
            <a:endParaRPr lang="ru-RU" sz="2400" b="1" dirty="0"/>
          </a:p>
        </p:txBody>
      </p:sp>
      <p:grpSp>
        <p:nvGrpSpPr>
          <p:cNvPr id="2" name="Группа 12"/>
          <p:cNvGrpSpPr/>
          <p:nvPr/>
        </p:nvGrpSpPr>
        <p:grpSpPr>
          <a:xfrm>
            <a:off x="371383" y="6184233"/>
            <a:ext cx="11500589" cy="644892"/>
            <a:chOff x="371383" y="6184233"/>
            <a:chExt cx="11500589" cy="644892"/>
          </a:xfrm>
        </p:grpSpPr>
        <p:sp>
          <p:nvSpPr>
            <p:cNvPr id="15" name="Нашивка 14"/>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16" name="Нашивка 15"/>
            <p:cNvSpPr/>
            <p:nvPr/>
          </p:nvSpPr>
          <p:spPr>
            <a:xfrm>
              <a:off x="178469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100" b="1" dirty="0" smtClean="0">
                  <a:solidFill>
                    <a:schemeClr val="tx1"/>
                  </a:solidFill>
                </a:rPr>
                <a:t>Критичность узла</a:t>
              </a:r>
              <a:endParaRPr lang="ru-RU" sz="1100" b="1" dirty="0">
                <a:solidFill>
                  <a:schemeClr val="tx1"/>
                </a:solidFill>
              </a:endParaRPr>
            </a:p>
          </p:txBody>
        </p:sp>
        <p:sp>
          <p:nvSpPr>
            <p:cNvPr id="17" name="Нашивка 16"/>
            <p:cNvSpPr/>
            <p:nvPr/>
          </p:nvSpPr>
          <p:spPr>
            <a:xfrm>
              <a:off x="3198003" y="6184233"/>
              <a:ext cx="1607419" cy="644892"/>
            </a:xfrm>
            <a:prstGeom prst="chevron">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b="1" dirty="0" smtClean="0">
                <a:solidFill>
                  <a:schemeClr val="tx1"/>
                </a:solidFill>
              </a:endParaRPr>
            </a:p>
            <a:p>
              <a:pPr algn="ctr"/>
              <a:r>
                <a:rPr lang="ru-RU" sz="1100" b="1" dirty="0" smtClean="0">
                  <a:solidFill>
                    <a:schemeClr val="tx1"/>
                  </a:solidFill>
                </a:rPr>
                <a:t>Остаточный ресурс узла</a:t>
              </a:r>
            </a:p>
            <a:p>
              <a:pPr algn="ctr"/>
              <a:endParaRPr lang="ru-RU" dirty="0">
                <a:solidFill>
                  <a:schemeClr val="tx1"/>
                </a:solidFill>
              </a:endParaRPr>
            </a:p>
          </p:txBody>
        </p:sp>
        <p:sp>
          <p:nvSpPr>
            <p:cNvPr id="18" name="Нашивка 17"/>
            <p:cNvSpPr/>
            <p:nvPr/>
          </p:nvSpPr>
          <p:spPr>
            <a:xfrm>
              <a:off x="4601686"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19" name="Нашивка 18"/>
            <p:cNvSpPr/>
            <p:nvPr/>
          </p:nvSpPr>
          <p:spPr>
            <a:xfrm>
              <a:off x="602462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0" name="Нашивка 19"/>
            <p:cNvSpPr/>
            <p:nvPr/>
          </p:nvSpPr>
          <p:spPr>
            <a:xfrm>
              <a:off x="743793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1" name="Нашивка 20"/>
            <p:cNvSpPr/>
            <p:nvPr/>
          </p:nvSpPr>
          <p:spPr>
            <a:xfrm>
              <a:off x="885124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a:solidFill>
                    <a:schemeClr val="tx1"/>
                  </a:solidFill>
                </a:rPr>
                <a:t>Результаты применения</a:t>
              </a:r>
            </a:p>
            <a:p>
              <a:pPr algn="ctr"/>
              <a:r>
                <a:rPr lang="ru-RU" sz="1100" b="1" dirty="0">
                  <a:solidFill>
                    <a:schemeClr val="tx1"/>
                  </a:solidFill>
                </a:rPr>
                <a:t>продукционных  правил</a:t>
              </a:r>
            </a:p>
          </p:txBody>
        </p:sp>
        <p:sp>
          <p:nvSpPr>
            <p:cNvPr id="22" name="Нашивка 21"/>
            <p:cNvSpPr/>
            <p:nvPr/>
          </p:nvSpPr>
          <p:spPr>
            <a:xfrm>
              <a:off x="1026455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grpSp>
      <p:sp>
        <p:nvSpPr>
          <p:cNvPr id="14" name="Содержимое 13"/>
          <p:cNvSpPr>
            <a:spLocks noGrp="1"/>
          </p:cNvSpPr>
          <p:nvPr>
            <p:ph idx="1"/>
          </p:nvPr>
        </p:nvSpPr>
        <p:spPr>
          <a:xfrm>
            <a:off x="735169" y="872589"/>
            <a:ext cx="10515600" cy="4351338"/>
          </a:xfrm>
        </p:spPr>
        <p:txBody>
          <a:bodyPr>
            <a:normAutofit fontScale="70000" lnSpcReduction="20000"/>
          </a:bodyPr>
          <a:lstStyle/>
          <a:p>
            <a:r>
              <a:rPr lang="ru-RU" dirty="0" smtClean="0"/>
              <a:t>Поставленная задача решается тем, что для определения остаточного ресурса проводят испытания в следующей последовательности.</a:t>
            </a:r>
          </a:p>
          <a:p>
            <a:pPr lvl="0"/>
            <a:r>
              <a:rPr lang="ru-RU" dirty="0" smtClean="0"/>
              <a:t>Проводят</a:t>
            </a:r>
            <a:r>
              <a:rPr lang="en-US" dirty="0" smtClean="0"/>
              <a:t> </a:t>
            </a:r>
            <a:r>
              <a:rPr lang="ru-RU" dirty="0" smtClean="0"/>
              <a:t>испытания </a:t>
            </a:r>
            <a:r>
              <a:rPr lang="en-US" dirty="0" err="1" smtClean="0"/>
              <a:t>серии</a:t>
            </a:r>
            <a:r>
              <a:rPr lang="en-US" dirty="0" smtClean="0"/>
              <a:t> </a:t>
            </a:r>
            <a:r>
              <a:rPr lang="en-US" dirty="0" err="1" smtClean="0"/>
              <a:t>объектов</a:t>
            </a:r>
            <a:r>
              <a:rPr lang="en-US" dirty="0" smtClean="0"/>
              <a:t>.</a:t>
            </a:r>
            <a:endParaRPr lang="ru-RU" dirty="0" smtClean="0"/>
          </a:p>
          <a:p>
            <a:pPr lvl="0"/>
            <a:r>
              <a:rPr lang="ru-RU" dirty="0" smtClean="0"/>
              <a:t>Ожидают отказа первого объекта и фиксируют момент времени отказа </a:t>
            </a:r>
            <a:r>
              <a:rPr lang="ru-RU" i="1" dirty="0" smtClean="0"/>
              <a:t>Т</a:t>
            </a:r>
            <a:r>
              <a:rPr lang="ru-RU" baseline="-25000" dirty="0" smtClean="0"/>
              <a:t>1</a:t>
            </a:r>
            <a:r>
              <a:rPr lang="ru-RU" dirty="0" smtClean="0"/>
              <a:t>. </a:t>
            </a:r>
          </a:p>
          <a:p>
            <a:pPr lvl="0"/>
            <a:r>
              <a:rPr lang="ru-RU" dirty="0" smtClean="0"/>
              <a:t>Фиксируют время наработки до отказа первого объекта в момент времени </a:t>
            </a:r>
            <a:r>
              <a:rPr lang="ru-RU" i="1" dirty="0" smtClean="0"/>
              <a:t>Т</a:t>
            </a:r>
            <a:r>
              <a:rPr lang="ru-RU" baseline="-25000" dirty="0" smtClean="0"/>
              <a:t>1</a:t>
            </a:r>
            <a:r>
              <a:rPr lang="ru-RU" dirty="0" smtClean="0"/>
              <a:t>. Наработку объекта, при которой произошел отказ можно определить, как общую наработку от момента начала эксплуатации до момента не возможности ее продолжения. </a:t>
            </a:r>
          </a:p>
          <a:p>
            <a:r>
              <a:rPr lang="ru-RU" dirty="0" smtClean="0"/>
              <a:t>Фиксируют время наработки остальных объектов испытываемой серии в момент времени </a:t>
            </a:r>
            <a:r>
              <a:rPr lang="ru-RU" i="1" dirty="0" smtClean="0"/>
              <a:t>Т</a:t>
            </a:r>
            <a:r>
              <a:rPr lang="ru-RU" baseline="-25000" dirty="0" smtClean="0"/>
              <a:t>1</a:t>
            </a:r>
            <a:r>
              <a:rPr lang="ru-RU" dirty="0" smtClean="0"/>
              <a:t>. </a:t>
            </a:r>
          </a:p>
          <a:p>
            <a:r>
              <a:rPr lang="ru-RU" dirty="0" smtClean="0"/>
              <a:t>Наработки </a:t>
            </a:r>
            <a:r>
              <a:rPr lang="ru-RU" dirty="0" err="1" smtClean="0"/>
              <a:t>неотказавших</a:t>
            </a:r>
            <a:r>
              <a:rPr lang="ru-RU" dirty="0" smtClean="0"/>
              <a:t> за этот же период  объектов являются дополнительной  (и  весьма ценной)  информацией  о надежности  всей  контролируемой  совокупности объектов.  </a:t>
            </a:r>
          </a:p>
          <a:p>
            <a:r>
              <a:rPr lang="ru-RU" dirty="0" smtClean="0"/>
              <a:t>Эти наработки называют цензурирующими.</a:t>
            </a:r>
          </a:p>
          <a:p>
            <a:pPr lvl="0"/>
            <a:r>
              <a:rPr lang="ru-RU" dirty="0" smtClean="0"/>
              <a:t>На основе  выборки по исследуемой серии объектов с соответствующими им временами отказа или временем наработки формируют статистический ряд.</a:t>
            </a:r>
          </a:p>
          <a:p>
            <a:endParaRPr lang="ru-RU" dirty="0"/>
          </a:p>
        </p:txBody>
      </p:sp>
      <p:sp>
        <p:nvSpPr>
          <p:cNvPr id="23" name="TextBox 22"/>
          <p:cNvSpPr txBox="1"/>
          <p:nvPr/>
        </p:nvSpPr>
        <p:spPr>
          <a:xfrm>
            <a:off x="2235895" y="5185374"/>
            <a:ext cx="9716715" cy="523220"/>
          </a:xfrm>
          <a:prstGeom prst="rect">
            <a:avLst/>
          </a:prstGeom>
          <a:noFill/>
          <a:ln w="6350">
            <a:solidFill>
              <a:schemeClr val="tx1"/>
            </a:solidFill>
          </a:ln>
        </p:spPr>
        <p:txBody>
          <a:bodyPr wrap="square" rtlCol="0">
            <a:spAutoFit/>
          </a:bodyPr>
          <a:lstStyle/>
          <a:p>
            <a:r>
              <a:rPr lang="ru-RU" sz="1400" i="1" dirty="0" smtClean="0"/>
              <a:t>*Способ </a:t>
            </a:r>
            <a:r>
              <a:rPr lang="ru-RU" sz="1400" i="1" dirty="0"/>
              <a:t>определения остаточного ресурса технических объектов : пат.2502974 </a:t>
            </a:r>
            <a:r>
              <a:rPr lang="ru-RU" sz="1400" i="1" dirty="0" smtClean="0"/>
              <a:t>    Бочкарев </a:t>
            </a:r>
            <a:r>
              <a:rPr lang="ru-RU" sz="1400" i="1" dirty="0"/>
              <a:t>С.В., Цаплин А.И., Овсянников М.В.,</a:t>
            </a:r>
            <a:r>
              <a:rPr lang="ru-RU" sz="1400" i="1" dirty="0" err="1"/>
              <a:t>Ташкинов</a:t>
            </a:r>
            <a:r>
              <a:rPr lang="ru-RU" sz="1400" i="1" dirty="0"/>
              <a:t> А.Б., Арбузов А.А., </a:t>
            </a:r>
            <a:r>
              <a:rPr lang="ru-RU" sz="1400" i="1" dirty="0" err="1"/>
              <a:t>Щенятский</a:t>
            </a:r>
            <a:r>
              <a:rPr lang="ru-RU" sz="1400" i="1" dirty="0"/>
              <a:t> </a:t>
            </a:r>
            <a:r>
              <a:rPr lang="ru-RU" sz="1400" i="1" dirty="0" smtClean="0"/>
              <a:t>И.А   </a:t>
            </a:r>
            <a:endParaRPr lang="ru-RU" sz="1400" i="1" dirty="0"/>
          </a:p>
        </p:txBody>
      </p:sp>
    </p:spTree>
    <p:extLst>
      <p:ext uri="{BB962C8B-B14F-4D97-AF65-F5344CB8AC3E}">
        <p14:creationId xmlns:p14="http://schemas.microsoft.com/office/powerpoint/2010/main" val="4075234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43934" y="1"/>
            <a:ext cx="11808884" cy="549275"/>
          </a:xfrm>
        </p:spPr>
        <p:txBody>
          <a:bodyPr/>
          <a:lstStyle/>
          <a:p>
            <a:pPr eaLnBrk="1" hangingPunct="1"/>
            <a:r>
              <a:rPr lang="ru-RU" sz="2800" smtClean="0"/>
              <a:t>Процесс прогнозирования параметров надежности</a:t>
            </a:r>
          </a:p>
        </p:txBody>
      </p:sp>
      <p:sp>
        <p:nvSpPr>
          <p:cNvPr id="8195" name="Text Box 4"/>
          <p:cNvSpPr txBox="1">
            <a:spLocks noChangeArrowheads="1"/>
          </p:cNvSpPr>
          <p:nvPr/>
        </p:nvSpPr>
        <p:spPr bwMode="auto">
          <a:xfrm>
            <a:off x="624418" y="883486"/>
            <a:ext cx="5278967" cy="584775"/>
          </a:xfrm>
          <a:prstGeom prst="rect">
            <a:avLst/>
          </a:prstGeom>
          <a:solidFill>
            <a:srgbClr val="CCFFCC">
              <a:alpha val="50195"/>
            </a:srgbClr>
          </a:solidFill>
          <a:ln w="28575">
            <a:solidFill>
              <a:srgbClr val="008080"/>
            </a:solidFill>
            <a:miter lim="800000"/>
            <a:headEnd/>
            <a:tailEnd/>
          </a:ln>
        </p:spPr>
        <p:txBody>
          <a:bodyPr>
            <a:spAutoFit/>
          </a:bodyPr>
          <a:lstStyle/>
          <a:p>
            <a:pPr algn="ctr">
              <a:spcBef>
                <a:spcPct val="50000"/>
              </a:spcBef>
            </a:pPr>
            <a:r>
              <a:rPr lang="ru-RU" sz="1600" dirty="0"/>
              <a:t>Получить выборку наработок с информацией о состоянии объектов</a:t>
            </a:r>
          </a:p>
        </p:txBody>
      </p:sp>
      <p:sp>
        <p:nvSpPr>
          <p:cNvPr id="8196" name="Text Box 6"/>
          <p:cNvSpPr txBox="1">
            <a:spLocks noChangeArrowheads="1"/>
          </p:cNvSpPr>
          <p:nvPr/>
        </p:nvSpPr>
        <p:spPr bwMode="auto">
          <a:xfrm>
            <a:off x="624418" y="1799475"/>
            <a:ext cx="5278967" cy="338554"/>
          </a:xfrm>
          <a:prstGeom prst="rect">
            <a:avLst/>
          </a:prstGeom>
          <a:solidFill>
            <a:srgbClr val="CCFFCC">
              <a:alpha val="50195"/>
            </a:srgbClr>
          </a:solidFill>
          <a:ln w="28575">
            <a:solidFill>
              <a:srgbClr val="008080"/>
            </a:solidFill>
            <a:miter lim="800000"/>
            <a:headEnd/>
            <a:tailEnd/>
          </a:ln>
        </p:spPr>
        <p:txBody>
          <a:bodyPr>
            <a:spAutoFit/>
          </a:bodyPr>
          <a:lstStyle/>
          <a:p>
            <a:pPr algn="ctr">
              <a:spcBef>
                <a:spcPct val="50000"/>
              </a:spcBef>
            </a:pPr>
            <a:r>
              <a:rPr lang="ru-RU" sz="1600"/>
              <a:t>Сформировать статистический ряд</a:t>
            </a:r>
          </a:p>
        </p:txBody>
      </p:sp>
      <p:sp>
        <p:nvSpPr>
          <p:cNvPr id="8197" name="Text Box 7"/>
          <p:cNvSpPr txBox="1">
            <a:spLocks noChangeArrowheads="1"/>
          </p:cNvSpPr>
          <p:nvPr/>
        </p:nvSpPr>
        <p:spPr bwMode="auto">
          <a:xfrm>
            <a:off x="624418" y="2472574"/>
            <a:ext cx="5278967" cy="338554"/>
          </a:xfrm>
          <a:prstGeom prst="rect">
            <a:avLst/>
          </a:prstGeom>
          <a:solidFill>
            <a:srgbClr val="CCFFCC">
              <a:alpha val="50195"/>
            </a:srgbClr>
          </a:solidFill>
          <a:ln w="28575">
            <a:solidFill>
              <a:srgbClr val="008080"/>
            </a:solidFill>
            <a:miter lim="800000"/>
            <a:headEnd/>
            <a:tailEnd/>
          </a:ln>
        </p:spPr>
        <p:txBody>
          <a:bodyPr>
            <a:spAutoFit/>
          </a:bodyPr>
          <a:lstStyle/>
          <a:p>
            <a:pPr algn="ctr">
              <a:spcBef>
                <a:spcPct val="50000"/>
              </a:spcBef>
            </a:pPr>
            <a:r>
              <a:rPr lang="ru-RU" sz="1600"/>
              <a:t>Определить накопленные интенсивности отказов</a:t>
            </a:r>
          </a:p>
        </p:txBody>
      </p:sp>
      <p:sp>
        <p:nvSpPr>
          <p:cNvPr id="8198" name="Text Box 8"/>
          <p:cNvSpPr txBox="1">
            <a:spLocks noChangeArrowheads="1"/>
          </p:cNvSpPr>
          <p:nvPr/>
        </p:nvSpPr>
        <p:spPr bwMode="auto">
          <a:xfrm>
            <a:off x="624418" y="3390149"/>
            <a:ext cx="5278967" cy="338554"/>
          </a:xfrm>
          <a:prstGeom prst="rect">
            <a:avLst/>
          </a:prstGeom>
          <a:solidFill>
            <a:srgbClr val="CCFFCC">
              <a:alpha val="50195"/>
            </a:srgbClr>
          </a:solidFill>
          <a:ln w="28575">
            <a:solidFill>
              <a:srgbClr val="008080"/>
            </a:solidFill>
            <a:miter lim="800000"/>
            <a:headEnd/>
            <a:tailEnd/>
          </a:ln>
        </p:spPr>
        <p:txBody>
          <a:bodyPr>
            <a:spAutoFit/>
          </a:bodyPr>
          <a:lstStyle/>
          <a:p>
            <a:pPr algn="ctr">
              <a:spcBef>
                <a:spcPct val="50000"/>
              </a:spcBef>
            </a:pPr>
            <a:r>
              <a:rPr lang="ru-RU" sz="1600"/>
              <a:t>Определить параметры функции распределения</a:t>
            </a:r>
          </a:p>
        </p:txBody>
      </p:sp>
      <p:sp>
        <p:nvSpPr>
          <p:cNvPr id="8199" name="Text Box 9"/>
          <p:cNvSpPr txBox="1">
            <a:spLocks noChangeArrowheads="1"/>
          </p:cNvSpPr>
          <p:nvPr/>
        </p:nvSpPr>
        <p:spPr bwMode="auto">
          <a:xfrm>
            <a:off x="624418" y="4307725"/>
            <a:ext cx="5278967" cy="584775"/>
          </a:xfrm>
          <a:prstGeom prst="rect">
            <a:avLst/>
          </a:prstGeom>
          <a:solidFill>
            <a:srgbClr val="CCFFCC">
              <a:alpha val="50195"/>
            </a:srgbClr>
          </a:solidFill>
          <a:ln w="28575">
            <a:solidFill>
              <a:srgbClr val="008080"/>
            </a:solidFill>
            <a:miter lim="800000"/>
            <a:headEnd/>
            <a:tailEnd/>
          </a:ln>
        </p:spPr>
        <p:txBody>
          <a:bodyPr>
            <a:spAutoFit/>
          </a:bodyPr>
          <a:lstStyle/>
          <a:p>
            <a:pPr algn="ctr">
              <a:spcBef>
                <a:spcPct val="50000"/>
              </a:spcBef>
            </a:pPr>
            <a:r>
              <a:rPr lang="ru-RU" sz="1600"/>
              <a:t>Определить гамма-процентный ресурс или другие необходимые параметры надежности</a:t>
            </a:r>
          </a:p>
        </p:txBody>
      </p:sp>
      <p:cxnSp>
        <p:nvCxnSpPr>
          <p:cNvPr id="8200" name="AutoShape 11"/>
          <p:cNvCxnSpPr>
            <a:cxnSpLocks noChangeShapeType="1"/>
            <a:stCxn id="8195" idx="2"/>
            <a:endCxn id="8196" idx="0"/>
          </p:cNvCxnSpPr>
          <p:nvPr/>
        </p:nvCxnSpPr>
        <p:spPr bwMode="auto">
          <a:xfrm>
            <a:off x="3263902" y="1468261"/>
            <a:ext cx="0" cy="331214"/>
          </a:xfrm>
          <a:prstGeom prst="straightConnector1">
            <a:avLst/>
          </a:prstGeom>
          <a:noFill/>
          <a:ln w="19050">
            <a:solidFill>
              <a:schemeClr val="tx1"/>
            </a:solidFill>
            <a:round/>
            <a:headEnd/>
            <a:tailEnd type="triangle" w="med" len="med"/>
          </a:ln>
        </p:spPr>
      </p:cxnSp>
      <p:cxnSp>
        <p:nvCxnSpPr>
          <p:cNvPr id="8201" name="AutoShape 14"/>
          <p:cNvCxnSpPr>
            <a:cxnSpLocks noChangeShapeType="1"/>
            <a:stCxn id="8196" idx="2"/>
            <a:endCxn id="8197" idx="0"/>
          </p:cNvCxnSpPr>
          <p:nvPr/>
        </p:nvCxnSpPr>
        <p:spPr bwMode="auto">
          <a:xfrm>
            <a:off x="3263902" y="2138029"/>
            <a:ext cx="0" cy="334545"/>
          </a:xfrm>
          <a:prstGeom prst="straightConnector1">
            <a:avLst/>
          </a:prstGeom>
          <a:noFill/>
          <a:ln w="19050">
            <a:solidFill>
              <a:schemeClr val="tx1"/>
            </a:solidFill>
            <a:round/>
            <a:headEnd/>
            <a:tailEnd type="triangle" w="med" len="med"/>
          </a:ln>
        </p:spPr>
      </p:cxnSp>
      <p:cxnSp>
        <p:nvCxnSpPr>
          <p:cNvPr id="8202" name="AutoShape 15"/>
          <p:cNvCxnSpPr>
            <a:cxnSpLocks noChangeShapeType="1"/>
            <a:stCxn id="8197" idx="2"/>
            <a:endCxn id="8198" idx="0"/>
          </p:cNvCxnSpPr>
          <p:nvPr/>
        </p:nvCxnSpPr>
        <p:spPr bwMode="auto">
          <a:xfrm>
            <a:off x="3263902" y="2811128"/>
            <a:ext cx="0" cy="579021"/>
          </a:xfrm>
          <a:prstGeom prst="straightConnector1">
            <a:avLst/>
          </a:prstGeom>
          <a:noFill/>
          <a:ln w="19050">
            <a:solidFill>
              <a:schemeClr val="tx1"/>
            </a:solidFill>
            <a:round/>
            <a:headEnd/>
            <a:tailEnd type="triangle" w="med" len="med"/>
          </a:ln>
        </p:spPr>
      </p:cxnSp>
      <p:cxnSp>
        <p:nvCxnSpPr>
          <p:cNvPr id="8203" name="AutoShape 16"/>
          <p:cNvCxnSpPr>
            <a:cxnSpLocks noChangeShapeType="1"/>
            <a:stCxn id="8198" idx="2"/>
            <a:endCxn id="8199" idx="0"/>
          </p:cNvCxnSpPr>
          <p:nvPr/>
        </p:nvCxnSpPr>
        <p:spPr bwMode="auto">
          <a:xfrm>
            <a:off x="3263902" y="3728703"/>
            <a:ext cx="0" cy="579022"/>
          </a:xfrm>
          <a:prstGeom prst="straightConnector1">
            <a:avLst/>
          </a:prstGeom>
          <a:noFill/>
          <a:ln w="19050">
            <a:solidFill>
              <a:schemeClr val="tx1"/>
            </a:solidFill>
            <a:round/>
            <a:headEnd/>
            <a:tailEnd type="triangle" w="med" len="med"/>
          </a:ln>
        </p:spPr>
      </p:cxnSp>
      <p:sp>
        <p:nvSpPr>
          <p:cNvPr id="8204" name="Text Box 17"/>
          <p:cNvSpPr txBox="1">
            <a:spLocks noChangeArrowheads="1"/>
          </p:cNvSpPr>
          <p:nvPr/>
        </p:nvSpPr>
        <p:spPr bwMode="auto">
          <a:xfrm>
            <a:off x="624418" y="5420562"/>
            <a:ext cx="5278967" cy="338554"/>
          </a:xfrm>
          <a:prstGeom prst="rect">
            <a:avLst/>
          </a:prstGeom>
          <a:solidFill>
            <a:srgbClr val="CCFFCC">
              <a:alpha val="50195"/>
            </a:srgbClr>
          </a:solidFill>
          <a:ln w="28575">
            <a:solidFill>
              <a:srgbClr val="008080"/>
            </a:solidFill>
            <a:miter lim="800000"/>
            <a:headEnd/>
            <a:tailEnd/>
          </a:ln>
        </p:spPr>
        <p:txBody>
          <a:bodyPr>
            <a:spAutoFit/>
          </a:bodyPr>
          <a:lstStyle/>
          <a:p>
            <a:pPr algn="ctr">
              <a:spcBef>
                <a:spcPct val="50000"/>
              </a:spcBef>
            </a:pPr>
            <a:r>
              <a:rPr lang="ru-RU" sz="1600"/>
              <a:t>Ожидать отказа следующего объекта</a:t>
            </a:r>
          </a:p>
        </p:txBody>
      </p:sp>
      <p:cxnSp>
        <p:nvCxnSpPr>
          <p:cNvPr id="8205" name="AutoShape 18"/>
          <p:cNvCxnSpPr>
            <a:cxnSpLocks noChangeShapeType="1"/>
            <a:stCxn id="8199" idx="2"/>
            <a:endCxn id="8204" idx="0"/>
          </p:cNvCxnSpPr>
          <p:nvPr/>
        </p:nvCxnSpPr>
        <p:spPr bwMode="auto">
          <a:xfrm>
            <a:off x="3263902" y="4892500"/>
            <a:ext cx="0" cy="528062"/>
          </a:xfrm>
          <a:prstGeom prst="straightConnector1">
            <a:avLst/>
          </a:prstGeom>
          <a:noFill/>
          <a:ln w="19050">
            <a:solidFill>
              <a:schemeClr val="tx1"/>
            </a:solidFill>
            <a:round/>
            <a:headEnd/>
            <a:tailEnd type="triangle" w="med" len="med"/>
          </a:ln>
        </p:spPr>
      </p:cxnSp>
      <p:cxnSp>
        <p:nvCxnSpPr>
          <p:cNvPr id="8206" name="AutoShape 20"/>
          <p:cNvCxnSpPr>
            <a:cxnSpLocks noChangeShapeType="1"/>
          </p:cNvCxnSpPr>
          <p:nvPr/>
        </p:nvCxnSpPr>
        <p:spPr bwMode="auto">
          <a:xfrm flipV="1">
            <a:off x="5903385" y="1170824"/>
            <a:ext cx="2116" cy="4414837"/>
          </a:xfrm>
          <a:prstGeom prst="bentConnector3">
            <a:avLst>
              <a:gd name="adj1" fmla="val 18800009"/>
            </a:avLst>
          </a:prstGeom>
          <a:noFill/>
          <a:ln w="19050">
            <a:solidFill>
              <a:schemeClr val="tx1"/>
            </a:solidFill>
            <a:miter lim="800000"/>
            <a:headEnd/>
            <a:tailEnd type="triangle" w="med" len="med"/>
          </a:ln>
        </p:spPr>
      </p:cxnSp>
      <p:cxnSp>
        <p:nvCxnSpPr>
          <p:cNvPr id="8207" name="AutoShape 21"/>
          <p:cNvCxnSpPr>
            <a:cxnSpLocks noChangeShapeType="1"/>
            <a:endCxn id="8195" idx="0"/>
          </p:cNvCxnSpPr>
          <p:nvPr/>
        </p:nvCxnSpPr>
        <p:spPr bwMode="auto">
          <a:xfrm>
            <a:off x="3261785" y="597737"/>
            <a:ext cx="2117" cy="285749"/>
          </a:xfrm>
          <a:prstGeom prst="straightConnector1">
            <a:avLst/>
          </a:prstGeom>
          <a:noFill/>
          <a:ln w="19050">
            <a:solidFill>
              <a:schemeClr val="tx1"/>
            </a:solidFill>
            <a:round/>
            <a:headEnd/>
            <a:tailEnd type="triangle" w="med" len="med"/>
          </a:ln>
        </p:spPr>
      </p:cxnSp>
      <p:sp>
        <p:nvSpPr>
          <p:cNvPr id="8208" name="Rectangle 22"/>
          <p:cNvSpPr>
            <a:spLocks noGrp="1" noChangeArrowheads="1"/>
          </p:cNvSpPr>
          <p:nvPr>
            <p:ph type="body" idx="1"/>
          </p:nvPr>
        </p:nvSpPr>
        <p:spPr>
          <a:xfrm>
            <a:off x="6671733" y="1125538"/>
            <a:ext cx="5308600" cy="5605462"/>
          </a:xfrm>
          <a:noFill/>
        </p:spPr>
        <p:txBody>
          <a:bodyPr/>
          <a:lstStyle/>
          <a:p>
            <a:pPr eaLnBrk="1" hangingPunct="1">
              <a:lnSpc>
                <a:spcPct val="80000"/>
              </a:lnSpc>
            </a:pPr>
            <a:r>
              <a:rPr lang="ru-RU" sz="2000" b="1" dirty="0" smtClean="0"/>
              <a:t>Предлагаемый алгоритм на основе метода квантилей</a:t>
            </a:r>
            <a:r>
              <a:rPr lang="ru-RU" sz="2000" dirty="0" smtClean="0"/>
              <a:t> позволяет на самых ранних стадиях эксплуатации (при отказе первого же изделия) получать эффективные оценки, которые уточняются по мере отказов каждого последующего изделия).</a:t>
            </a:r>
          </a:p>
          <a:p>
            <a:pPr eaLnBrk="1" hangingPunct="1">
              <a:lnSpc>
                <a:spcPct val="80000"/>
              </a:lnSpc>
            </a:pPr>
            <a:endParaRPr lang="ru-RU" sz="2000" dirty="0" smtClean="0"/>
          </a:p>
          <a:p>
            <a:pPr eaLnBrk="1" hangingPunct="1">
              <a:lnSpc>
                <a:spcPct val="80000"/>
              </a:lnSpc>
            </a:pPr>
            <a:r>
              <a:rPr lang="ru-RU" sz="2000" dirty="0" smtClean="0"/>
              <a:t>Метод квантилей предполагает поиск значений соответствующих параметров, которые бы обеспечивали максимальное правдоподобие формы в соответствии с полученными точками.</a:t>
            </a:r>
          </a:p>
          <a:p>
            <a:pPr eaLnBrk="1" hangingPunct="1">
              <a:lnSpc>
                <a:spcPct val="80000"/>
              </a:lnSpc>
              <a:buFontTx/>
              <a:buNone/>
            </a:pPr>
            <a:endParaRPr lang="ru-RU" sz="2000" dirty="0" smtClean="0"/>
          </a:p>
        </p:txBody>
      </p:sp>
      <p:grpSp>
        <p:nvGrpSpPr>
          <p:cNvPr id="17" name="Группа 12"/>
          <p:cNvGrpSpPr/>
          <p:nvPr/>
        </p:nvGrpSpPr>
        <p:grpSpPr>
          <a:xfrm>
            <a:off x="371383" y="6184233"/>
            <a:ext cx="11500589" cy="644892"/>
            <a:chOff x="371383" y="6184233"/>
            <a:chExt cx="11500589" cy="644892"/>
          </a:xfrm>
        </p:grpSpPr>
        <p:sp>
          <p:nvSpPr>
            <p:cNvPr id="18" name="Нашивка 17"/>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19" name="Нашивка 18"/>
            <p:cNvSpPr/>
            <p:nvPr/>
          </p:nvSpPr>
          <p:spPr>
            <a:xfrm>
              <a:off x="178469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100" b="1" dirty="0" smtClean="0">
                  <a:solidFill>
                    <a:schemeClr val="tx1"/>
                  </a:solidFill>
                </a:rPr>
                <a:t>Критичность узла</a:t>
              </a:r>
              <a:endParaRPr lang="ru-RU" sz="1100" b="1" dirty="0">
                <a:solidFill>
                  <a:schemeClr val="tx1"/>
                </a:solidFill>
              </a:endParaRPr>
            </a:p>
          </p:txBody>
        </p:sp>
        <p:sp>
          <p:nvSpPr>
            <p:cNvPr id="20" name="Нашивка 19"/>
            <p:cNvSpPr/>
            <p:nvPr/>
          </p:nvSpPr>
          <p:spPr>
            <a:xfrm>
              <a:off x="3198003" y="6184233"/>
              <a:ext cx="1607419" cy="644892"/>
            </a:xfrm>
            <a:prstGeom prst="chevron">
              <a:avLst/>
            </a:prstGeom>
            <a:solidFill>
              <a:schemeClr val="accent1">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400" b="1" dirty="0" smtClean="0">
                <a:solidFill>
                  <a:schemeClr val="tx1"/>
                </a:solidFill>
              </a:endParaRPr>
            </a:p>
            <a:p>
              <a:pPr algn="ctr"/>
              <a:r>
                <a:rPr lang="ru-RU" sz="1100" b="1" dirty="0" smtClean="0">
                  <a:solidFill>
                    <a:schemeClr val="tx1"/>
                  </a:solidFill>
                </a:rPr>
                <a:t>Остаточный ресурс узла</a:t>
              </a:r>
            </a:p>
            <a:p>
              <a:pPr algn="ctr"/>
              <a:endParaRPr lang="ru-RU" dirty="0">
                <a:solidFill>
                  <a:schemeClr val="tx1"/>
                </a:solidFill>
              </a:endParaRPr>
            </a:p>
          </p:txBody>
        </p:sp>
        <p:sp>
          <p:nvSpPr>
            <p:cNvPr id="21" name="Нашивка 20"/>
            <p:cNvSpPr/>
            <p:nvPr/>
          </p:nvSpPr>
          <p:spPr>
            <a:xfrm>
              <a:off x="4601686"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2" name="Нашивка 21"/>
            <p:cNvSpPr/>
            <p:nvPr/>
          </p:nvSpPr>
          <p:spPr>
            <a:xfrm>
              <a:off x="602462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3" name="Нашивка 22"/>
            <p:cNvSpPr/>
            <p:nvPr/>
          </p:nvSpPr>
          <p:spPr>
            <a:xfrm>
              <a:off x="743793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4" name="Нашивка 23"/>
            <p:cNvSpPr/>
            <p:nvPr/>
          </p:nvSpPr>
          <p:spPr>
            <a:xfrm>
              <a:off x="885124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a:solidFill>
                    <a:schemeClr val="tx1"/>
                  </a:solidFill>
                </a:rPr>
                <a:t>Результаты применения</a:t>
              </a:r>
            </a:p>
            <a:p>
              <a:pPr algn="ctr"/>
              <a:r>
                <a:rPr lang="ru-RU" sz="1100" b="1" dirty="0">
                  <a:solidFill>
                    <a:schemeClr val="tx1"/>
                  </a:solidFill>
                </a:rPr>
                <a:t>продукционных  правил</a:t>
              </a:r>
            </a:p>
          </p:txBody>
        </p:sp>
        <p:sp>
          <p:nvSpPr>
            <p:cNvPr id="25" name="Нашивка 24"/>
            <p:cNvSpPr/>
            <p:nvPr/>
          </p:nvSpPr>
          <p:spPr>
            <a:xfrm>
              <a:off x="1026455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a:blip r:embed="rId3" cstate="print"/>
          <a:stretch>
            <a:fillRect/>
          </a:stretch>
        </p:blipFill>
        <p:spPr>
          <a:xfrm>
            <a:off x="3569194" y="3507006"/>
            <a:ext cx="7759866" cy="1923396"/>
          </a:xfrm>
          <a:prstGeom prst="rect">
            <a:avLst/>
          </a:prstGeom>
        </p:spPr>
      </p:pic>
      <p:sp>
        <p:nvSpPr>
          <p:cNvPr id="4" name="Заголовок 1"/>
          <p:cNvSpPr>
            <a:spLocks noGrp="1"/>
          </p:cNvSpPr>
          <p:nvPr>
            <p:ph type="title"/>
          </p:nvPr>
        </p:nvSpPr>
        <p:spPr>
          <a:xfrm>
            <a:off x="741947" y="221384"/>
            <a:ext cx="10515600" cy="741145"/>
          </a:xfrm>
        </p:spPr>
        <p:txBody>
          <a:bodyPr>
            <a:noAutofit/>
          </a:bodyPr>
          <a:lstStyle/>
          <a:p>
            <a:r>
              <a:rPr lang="ru-RU" sz="2400" b="1" dirty="0" smtClean="0"/>
              <a:t>Результат построения функции распределения интенсивности отказов по цензурированной выборке.</a:t>
            </a:r>
            <a:br>
              <a:rPr lang="ru-RU" sz="2400" b="1" dirty="0" smtClean="0"/>
            </a:br>
            <a:endParaRPr lang="ru-RU" sz="2400" b="1" dirty="0"/>
          </a:p>
        </p:txBody>
      </p:sp>
      <p:pic>
        <p:nvPicPr>
          <p:cNvPr id="5" name="Рисунок 4"/>
          <p:cNvPicPr>
            <a:picLocks noChangeAspect="1"/>
          </p:cNvPicPr>
          <p:nvPr/>
        </p:nvPicPr>
        <p:blipFill>
          <a:blip r:embed="rId4" cstate="print"/>
          <a:stretch>
            <a:fillRect/>
          </a:stretch>
        </p:blipFill>
        <p:spPr>
          <a:xfrm>
            <a:off x="819398" y="1324174"/>
            <a:ext cx="6610560" cy="2102109"/>
          </a:xfrm>
          <a:prstGeom prst="rect">
            <a:avLst/>
          </a:prstGeom>
        </p:spPr>
      </p:pic>
      <p:sp>
        <p:nvSpPr>
          <p:cNvPr id="14" name="Нашивка 13"/>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3" name="Нашивка 22"/>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4" name="Нашивка 23"/>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5" name="Нашивка 24"/>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6" name="Нашивка 25"/>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27" name="Нашивка 26"/>
          <p:cNvSpPr/>
          <p:nvPr/>
        </p:nvSpPr>
        <p:spPr>
          <a:xfrm>
            <a:off x="10584581" y="6176086"/>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28" name="Нашивка 27"/>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4075234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endParaRPr lang="ru-RU" dirty="0"/>
          </a:p>
        </p:txBody>
      </p:sp>
      <p:sp>
        <p:nvSpPr>
          <p:cNvPr id="21" name="Заголовок 1"/>
          <p:cNvSpPr>
            <a:spLocks noGrp="1"/>
          </p:cNvSpPr>
          <p:nvPr>
            <p:ph type="title"/>
          </p:nvPr>
        </p:nvSpPr>
        <p:spPr>
          <a:xfrm>
            <a:off x="838200" y="0"/>
            <a:ext cx="10515600" cy="741145"/>
          </a:xfrm>
        </p:spPr>
        <p:txBody>
          <a:bodyPr>
            <a:noAutofit/>
          </a:bodyPr>
          <a:lstStyle/>
          <a:p>
            <a:r>
              <a:rPr lang="ru-RU" sz="2400" b="1" dirty="0" smtClean="0">
                <a:solidFill>
                  <a:schemeClr val="tx1"/>
                </a:solidFill>
              </a:rPr>
              <a:t>Выбор метода анализа вибросигнала</a:t>
            </a:r>
            <a:r>
              <a:rPr lang="ru-RU" sz="2400" b="1" dirty="0" smtClean="0"/>
              <a:t>.</a:t>
            </a:r>
            <a:endParaRPr lang="ru-RU" sz="2400" b="1" dirty="0"/>
          </a:p>
        </p:txBody>
      </p:sp>
      <p:graphicFrame>
        <p:nvGraphicFramePr>
          <p:cNvPr id="22" name="Схема 21"/>
          <p:cNvGraphicFramePr/>
          <p:nvPr>
            <p:extLst>
              <p:ext uri="{D42A27DB-BD31-4B8C-83A1-F6EECF244321}">
                <p14:modId xmlns:p14="http://schemas.microsoft.com/office/powerpoint/2010/main" val="520129499"/>
              </p:ext>
            </p:extLst>
          </p:nvPr>
        </p:nvGraphicFramePr>
        <p:xfrm>
          <a:off x="2502564" y="650240"/>
          <a:ext cx="6776185" cy="54136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5-конечная звезда 22"/>
          <p:cNvSpPr/>
          <p:nvPr/>
        </p:nvSpPr>
        <p:spPr>
          <a:xfrm>
            <a:off x="4921726" y="3925503"/>
            <a:ext cx="375385" cy="336885"/>
          </a:xfrm>
          <a:prstGeom prst="star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a:p>
        </p:txBody>
      </p:sp>
      <p:sp>
        <p:nvSpPr>
          <p:cNvPr id="24" name="5-конечная звезда 23"/>
          <p:cNvSpPr/>
          <p:nvPr/>
        </p:nvSpPr>
        <p:spPr>
          <a:xfrm>
            <a:off x="8467042" y="3925503"/>
            <a:ext cx="375385" cy="336885"/>
          </a:xfrm>
          <a:prstGeom prst="star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a:p>
        </p:txBody>
      </p:sp>
      <p:sp>
        <p:nvSpPr>
          <p:cNvPr id="20" name="5-конечная звезда 19"/>
          <p:cNvSpPr/>
          <p:nvPr/>
        </p:nvSpPr>
        <p:spPr>
          <a:xfrm>
            <a:off x="4921726" y="5058109"/>
            <a:ext cx="375385" cy="336885"/>
          </a:xfrm>
          <a:prstGeom prst="star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5714782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816908"/>
            <a:ext cx="10515600" cy="1264084"/>
          </a:xfrm>
        </p:spPr>
        <p:txBody>
          <a:bodyPr/>
          <a:lstStyle/>
          <a:p>
            <a:r>
              <a:rPr lang="ru-RU" sz="1800" dirty="0"/>
              <a:t>Суть метода </a:t>
            </a:r>
            <a:r>
              <a:rPr lang="ru-RU" sz="1800" dirty="0" smtClean="0"/>
              <a:t>Пик-Фактора(ПФ)состоит </a:t>
            </a:r>
            <a:r>
              <a:rPr lang="ru-RU" sz="1800" dirty="0"/>
              <a:t>в том, что наличие даже зарождающихся дефектов в подшипнике приводит к появлению высокочастотных ударных импульсов и, следовательно, к увеличению уровней пиков амплитуд в высокочастотном сигнале вибрации, при этом его среднеквадратичные уровни, в общем случае, могут даже оставаться неизменными.</a:t>
            </a:r>
          </a:p>
          <a:p>
            <a:endParaRPr lang="ru-RU" dirty="0"/>
          </a:p>
        </p:txBody>
      </p:sp>
      <p:sp>
        <p:nvSpPr>
          <p:cNvPr id="20" name="Заголовок 1"/>
          <p:cNvSpPr>
            <a:spLocks noGrp="1"/>
          </p:cNvSpPr>
          <p:nvPr>
            <p:ph type="title"/>
          </p:nvPr>
        </p:nvSpPr>
        <p:spPr>
          <a:xfrm>
            <a:off x="838200" y="0"/>
            <a:ext cx="10515600" cy="741145"/>
          </a:xfrm>
        </p:spPr>
        <p:txBody>
          <a:bodyPr>
            <a:noAutofit/>
          </a:bodyPr>
          <a:lstStyle/>
          <a:p>
            <a:r>
              <a:rPr lang="ru-RU" sz="2400" b="1" dirty="0" smtClean="0">
                <a:solidFill>
                  <a:schemeClr val="tx1"/>
                </a:solidFill>
              </a:rPr>
              <a:t>Выбор метода анализа вибросигнала</a:t>
            </a:r>
            <a:r>
              <a:rPr lang="ru-RU" sz="2400" b="1" dirty="0" smtClean="0"/>
              <a:t>. Пик-фактор.</a:t>
            </a:r>
            <a:endParaRPr lang="ru-RU" sz="2400" b="1" dirty="0"/>
          </a:p>
        </p:txBody>
      </p:sp>
      <p:pic>
        <p:nvPicPr>
          <p:cNvPr id="22" name="Рисунок 21"/>
          <p:cNvPicPr>
            <a:picLocks noChangeAspect="1"/>
          </p:cNvPicPr>
          <p:nvPr/>
        </p:nvPicPr>
        <p:blipFill>
          <a:blip r:embed="rId3" cstate="print"/>
          <a:stretch>
            <a:fillRect/>
          </a:stretch>
        </p:blipFill>
        <p:spPr>
          <a:xfrm>
            <a:off x="391921" y="1794219"/>
            <a:ext cx="3623218" cy="4331516"/>
          </a:xfrm>
          <a:prstGeom prst="rect">
            <a:avLst/>
          </a:prstGeom>
        </p:spPr>
      </p:pic>
      <p:pic>
        <p:nvPicPr>
          <p:cNvPr id="23" name="Рисунок 22" descr="http://blog.vibroexpert.ru/image/PF.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09315" y="1852717"/>
            <a:ext cx="4787064" cy="4331516"/>
          </a:xfrm>
          <a:prstGeom prst="rect">
            <a:avLst/>
          </a:prstGeom>
          <a:noFill/>
          <a:ln>
            <a:noFill/>
          </a:ln>
        </p:spPr>
      </p:pic>
      <p:pic>
        <p:nvPicPr>
          <p:cNvPr id="25" name="Рисунок 24"/>
          <p:cNvPicPr>
            <a:picLocks noChangeAspect="1"/>
          </p:cNvPicPr>
          <p:nvPr/>
        </p:nvPicPr>
        <p:blipFill>
          <a:blip r:embed="rId5" cstate="print"/>
          <a:stretch>
            <a:fillRect/>
          </a:stretch>
        </p:blipFill>
        <p:spPr>
          <a:xfrm>
            <a:off x="4568919" y="3626321"/>
            <a:ext cx="2478616" cy="784307"/>
          </a:xfrm>
          <a:prstGeom prst="rect">
            <a:avLst/>
          </a:prstGeom>
        </p:spPr>
      </p:pic>
      <p:sp>
        <p:nvSpPr>
          <p:cNvPr id="49" name="Блок-схема: узел 48"/>
          <p:cNvSpPr/>
          <p:nvPr/>
        </p:nvSpPr>
        <p:spPr>
          <a:xfrm>
            <a:off x="4020962" y="2454442"/>
            <a:ext cx="271905" cy="269507"/>
          </a:xfrm>
          <a:prstGeom prst="flowChartConnector">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Блок-схема: узел 49"/>
          <p:cNvSpPr/>
          <p:nvPr/>
        </p:nvSpPr>
        <p:spPr>
          <a:xfrm>
            <a:off x="4001711" y="3829070"/>
            <a:ext cx="271905" cy="26950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Блок-схема: узел 50"/>
          <p:cNvSpPr/>
          <p:nvPr/>
        </p:nvSpPr>
        <p:spPr>
          <a:xfrm>
            <a:off x="3991587" y="5224187"/>
            <a:ext cx="271905" cy="269507"/>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2" name="Блок-схема: узел 51"/>
          <p:cNvSpPr/>
          <p:nvPr/>
        </p:nvSpPr>
        <p:spPr>
          <a:xfrm>
            <a:off x="8224808" y="4538238"/>
            <a:ext cx="271905" cy="269507"/>
          </a:xfrm>
          <a:prstGeom prst="flowChartConnector">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Блок-схема: узел 52"/>
          <p:cNvSpPr/>
          <p:nvPr/>
        </p:nvSpPr>
        <p:spPr>
          <a:xfrm>
            <a:off x="9045352" y="3959977"/>
            <a:ext cx="271905" cy="269507"/>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Блок-схема: узел 53"/>
          <p:cNvSpPr/>
          <p:nvPr/>
        </p:nvSpPr>
        <p:spPr>
          <a:xfrm>
            <a:off x="9794017" y="3210447"/>
            <a:ext cx="271905" cy="269507"/>
          </a:xfrm>
          <a:prstGeom prst="flowChartConnector">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p:cNvSpPr txBox="1"/>
          <p:nvPr/>
        </p:nvSpPr>
        <p:spPr>
          <a:xfrm>
            <a:off x="839772" y="482142"/>
            <a:ext cx="11372110" cy="307777"/>
          </a:xfrm>
          <a:prstGeom prst="rect">
            <a:avLst/>
          </a:prstGeom>
          <a:noFill/>
        </p:spPr>
        <p:txBody>
          <a:bodyPr wrap="square" rtlCol="0">
            <a:spAutoFit/>
          </a:bodyPr>
          <a:lstStyle/>
          <a:p>
            <a:r>
              <a:rPr lang="en-US" sz="1400" i="1" dirty="0" smtClean="0"/>
              <a:t>*</a:t>
            </a:r>
            <a:r>
              <a:rPr lang="ru-RU" sz="1400" i="1" dirty="0" smtClean="0"/>
              <a:t>Методы контроля состояния подшипников качения</a:t>
            </a:r>
            <a:r>
              <a:rPr lang="en-US" sz="1400" i="1" dirty="0" smtClean="0"/>
              <a:t> </a:t>
            </a:r>
            <a:r>
              <a:rPr lang="ru-RU" sz="1400" i="1" dirty="0"/>
              <a:t>[Электронный  ресурс] –  Режим  доступа: http://blog.vibroexpert.ru/?tag=amplitudnye-piki</a:t>
            </a:r>
          </a:p>
        </p:txBody>
      </p:sp>
      <p:sp>
        <p:nvSpPr>
          <p:cNvPr id="24" name="Нашивка 23"/>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6" name="Нашивка 25"/>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7" name="Нашивка 26"/>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8" name="Нашивка 27"/>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9" name="Нашивка 28"/>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30" name="Нашивка 29"/>
          <p:cNvSpPr/>
          <p:nvPr/>
        </p:nvSpPr>
        <p:spPr>
          <a:xfrm>
            <a:off x="10584581" y="6176086"/>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31" name="Нашивка 30"/>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25920726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741145"/>
            <a:ext cx="10515600" cy="1745348"/>
          </a:xfrm>
        </p:spPr>
        <p:txBody>
          <a:bodyPr>
            <a:normAutofit/>
          </a:bodyPr>
          <a:lstStyle/>
          <a:p>
            <a:r>
              <a:rPr lang="ru-RU" sz="1800" dirty="0"/>
              <a:t>Спектральный анализ наиболее часто применяется для исследования структуры вибрации, как наиболее адекватный способ обнаружения составляющих вибрации</a:t>
            </a:r>
            <a:r>
              <a:rPr lang="ru-RU" sz="1800" dirty="0" smtClean="0"/>
              <a:t>.</a:t>
            </a:r>
          </a:p>
          <a:p>
            <a:r>
              <a:rPr lang="ru-RU" sz="1800" dirty="0" smtClean="0"/>
              <a:t>Зная </a:t>
            </a:r>
            <a:r>
              <a:rPr lang="ru-RU" sz="1800" dirty="0"/>
              <a:t>характеристические частоты конкретного подшипника, выявлять повышенные амплитуды вибрации на частотах, совпадающих с частотами возможных повреждений элементов, резонансных частотах деталей, на частотах протекания рабочего процесса помогает, тем самым метод может обнаружить и идентифицировать неисправность на различных стадиях его развития</a:t>
            </a:r>
            <a:r>
              <a:rPr lang="ru-RU" sz="1800" dirty="0" smtClean="0"/>
              <a:t>.</a:t>
            </a:r>
          </a:p>
          <a:p>
            <a:endParaRPr lang="ru-RU" sz="1800" dirty="0"/>
          </a:p>
        </p:txBody>
      </p:sp>
      <p:sp>
        <p:nvSpPr>
          <p:cNvPr id="21" name="Заголовок 1"/>
          <p:cNvSpPr>
            <a:spLocks noGrp="1"/>
          </p:cNvSpPr>
          <p:nvPr>
            <p:ph type="title"/>
          </p:nvPr>
        </p:nvSpPr>
        <p:spPr>
          <a:xfrm>
            <a:off x="838200" y="0"/>
            <a:ext cx="10515600" cy="741145"/>
          </a:xfrm>
        </p:spPr>
        <p:txBody>
          <a:bodyPr>
            <a:noAutofit/>
          </a:bodyPr>
          <a:lstStyle/>
          <a:p>
            <a:r>
              <a:rPr lang="ru-RU" sz="2400" b="1" dirty="0" smtClean="0">
                <a:solidFill>
                  <a:schemeClr val="tx1"/>
                </a:solidFill>
              </a:rPr>
              <a:t>ДПФ. Частотный анализ вибросигнала.</a:t>
            </a:r>
            <a:endParaRPr lang="ru-RU" sz="2400" b="1" dirty="0"/>
          </a:p>
        </p:txBody>
      </p:sp>
      <p:pic>
        <p:nvPicPr>
          <p:cNvPr id="22" name="Рисунок 21" descr="D:\загрузки\цуйц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8367" y="2948507"/>
            <a:ext cx="2557922" cy="1729372"/>
          </a:xfrm>
          <a:prstGeom prst="rect">
            <a:avLst/>
          </a:prstGeom>
          <a:noFill/>
          <a:ln>
            <a:noFill/>
          </a:ln>
        </p:spPr>
      </p:pic>
      <p:pic>
        <p:nvPicPr>
          <p:cNvPr id="23" name="Рисунок 22" descr="image"/>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7157" y="3070827"/>
            <a:ext cx="2971105" cy="1484731"/>
          </a:xfrm>
          <a:prstGeom prst="rect">
            <a:avLst/>
          </a:prstGeom>
          <a:noFill/>
          <a:ln>
            <a:noFill/>
          </a:ln>
        </p:spPr>
      </p:pic>
      <mc:AlternateContent xmlns:mc="http://schemas.openxmlformats.org/markup-compatibility/2006" xmlns:a14="http://schemas.microsoft.com/office/drawing/2010/main">
        <mc:Choice Requires="a14">
          <p:sp>
            <p:nvSpPr>
              <p:cNvPr id="25" name="Прямоугольник 24"/>
              <p:cNvSpPr/>
              <p:nvPr/>
            </p:nvSpPr>
            <p:spPr>
              <a:xfrm>
                <a:off x="1207180" y="3572228"/>
                <a:ext cx="9057373" cy="48192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sz="900" i="1" smtClean="0">
                              <a:latin typeface="Cambria Math" panose="02040503050406030204" pitchFamily="18" charset="0"/>
                            </a:rPr>
                          </m:ctrlPr>
                        </m:sSubPr>
                        <m:e>
                          <m:r>
                            <a:rPr lang="ru-RU" sz="900" i="1">
                              <a:latin typeface="Cambria Math" panose="02040503050406030204" pitchFamily="18" charset="0"/>
                            </a:rPr>
                            <m:t>𝑋</m:t>
                          </m:r>
                        </m:e>
                        <m:sub>
                          <m:r>
                            <a:rPr lang="ru-RU" sz="900" i="1">
                              <a:latin typeface="Cambria Math" panose="02040503050406030204" pitchFamily="18" charset="0"/>
                            </a:rPr>
                            <m:t>𝑁</m:t>
                          </m:r>
                        </m:sub>
                      </m:sSub>
                      <m:d>
                        <m:dPr>
                          <m:begChr m:val="["/>
                          <m:endChr m:val="]"/>
                          <m:ctrlPr>
                            <a:rPr lang="ru-RU" sz="900" i="1">
                              <a:latin typeface="Cambria Math" panose="02040503050406030204" pitchFamily="18" charset="0"/>
                            </a:rPr>
                          </m:ctrlPr>
                        </m:dPr>
                        <m:e>
                          <m:r>
                            <a:rPr lang="ru-RU" sz="900" i="1">
                              <a:latin typeface="Cambria Math" panose="02040503050406030204" pitchFamily="18" charset="0"/>
                            </a:rPr>
                            <m:t>𝑘</m:t>
                          </m:r>
                        </m:e>
                      </m:d>
                      <m:r>
                        <a:rPr lang="ru-RU" sz="900" i="0">
                          <a:latin typeface="Cambria Math" panose="02040503050406030204" pitchFamily="18" charset="0"/>
                        </a:rPr>
                        <m:t>=</m:t>
                      </m:r>
                      <m:nary>
                        <m:naryPr>
                          <m:chr m:val="∑"/>
                          <m:limLoc m:val="undOvr"/>
                          <m:ctrlPr>
                            <a:rPr lang="ru-RU" sz="900" i="1">
                              <a:latin typeface="Cambria Math" panose="02040503050406030204" pitchFamily="18" charset="0"/>
                            </a:rPr>
                          </m:ctrlPr>
                        </m:naryPr>
                        <m:sub>
                          <m:r>
                            <a:rPr lang="ru-RU" sz="900" i="1">
                              <a:latin typeface="Cambria Math" panose="02040503050406030204" pitchFamily="18" charset="0"/>
                            </a:rPr>
                            <m:t>𝑛</m:t>
                          </m:r>
                          <m:r>
                            <a:rPr lang="ru-RU" sz="900" i="0">
                              <a:latin typeface="Cambria Math" panose="02040503050406030204" pitchFamily="18" charset="0"/>
                            </a:rPr>
                            <m:t>=0</m:t>
                          </m:r>
                        </m:sub>
                        <m:sup>
                          <m:r>
                            <a:rPr lang="ru-RU" sz="900" i="1">
                              <a:latin typeface="Cambria Math" panose="02040503050406030204" pitchFamily="18" charset="0"/>
                            </a:rPr>
                            <m:t>𝑁</m:t>
                          </m:r>
                          <m:r>
                            <a:rPr lang="ru-RU" sz="900" i="0">
                              <a:latin typeface="Cambria Math" panose="02040503050406030204" pitchFamily="18" charset="0"/>
                            </a:rPr>
                            <m:t>−1</m:t>
                          </m:r>
                        </m:sup>
                        <m:e>
                          <m:r>
                            <a:rPr lang="ru-RU" sz="900" i="1">
                              <a:latin typeface="Cambria Math" panose="02040503050406030204" pitchFamily="18" charset="0"/>
                            </a:rPr>
                            <m:t>𝑥</m:t>
                          </m:r>
                          <m:d>
                            <m:dPr>
                              <m:begChr m:val="["/>
                              <m:endChr m:val="]"/>
                              <m:ctrlPr>
                                <a:rPr lang="ru-RU" sz="900" i="1">
                                  <a:latin typeface="Cambria Math" panose="02040503050406030204" pitchFamily="18" charset="0"/>
                                </a:rPr>
                              </m:ctrlPr>
                            </m:dPr>
                            <m:e>
                              <m:r>
                                <a:rPr lang="ru-RU" sz="900" i="1">
                                  <a:latin typeface="Cambria Math" panose="02040503050406030204" pitchFamily="18" charset="0"/>
                                </a:rPr>
                                <m:t>𝑛</m:t>
                              </m:r>
                            </m:e>
                          </m:d>
                          <m:r>
                            <a:rPr lang="ru-RU" sz="900" i="0">
                              <a:latin typeface="Cambria Math" panose="02040503050406030204" pitchFamily="18" charset="0"/>
                            </a:rPr>
                            <m:t>∗</m:t>
                          </m:r>
                          <m:sSup>
                            <m:sSupPr>
                              <m:ctrlPr>
                                <a:rPr lang="ru-RU" sz="900" i="1">
                                  <a:latin typeface="Cambria Math" panose="02040503050406030204" pitchFamily="18" charset="0"/>
                                </a:rPr>
                              </m:ctrlPr>
                            </m:sSupPr>
                            <m:e>
                              <m:r>
                                <a:rPr lang="ru-RU" sz="900" i="1">
                                  <a:latin typeface="Cambria Math" panose="02040503050406030204" pitchFamily="18" charset="0"/>
                                </a:rPr>
                                <m:t>𝑒</m:t>
                              </m:r>
                            </m:e>
                            <m:sup>
                              <m:f>
                                <m:fPr>
                                  <m:ctrlPr>
                                    <a:rPr lang="ru-RU" sz="900" i="1">
                                      <a:latin typeface="Cambria Math" panose="02040503050406030204" pitchFamily="18" charset="0"/>
                                    </a:rPr>
                                  </m:ctrlPr>
                                </m:fPr>
                                <m:num>
                                  <m:d>
                                    <m:dPr>
                                      <m:ctrlPr>
                                        <a:rPr lang="ru-RU" sz="900" i="1">
                                          <a:latin typeface="Cambria Math" panose="02040503050406030204" pitchFamily="18" charset="0"/>
                                        </a:rPr>
                                      </m:ctrlPr>
                                    </m:dPr>
                                    <m:e>
                                      <m:r>
                                        <a:rPr lang="ru-RU" sz="900" i="0">
                                          <a:latin typeface="Cambria Math" panose="02040503050406030204" pitchFamily="18" charset="0"/>
                                        </a:rPr>
                                        <m:t>−</m:t>
                                      </m:r>
                                      <m:r>
                                        <a:rPr lang="ru-RU" sz="900" i="1">
                                          <a:latin typeface="Cambria Math" panose="02040503050406030204" pitchFamily="18" charset="0"/>
                                        </a:rPr>
                                        <m:t>𝑗</m:t>
                                      </m:r>
                                      <m:r>
                                        <a:rPr lang="ru-RU" sz="900" i="0">
                                          <a:latin typeface="Cambria Math" panose="02040503050406030204" pitchFamily="18" charset="0"/>
                                        </a:rPr>
                                        <m:t>∗</m:t>
                                      </m:r>
                                      <m:r>
                                        <a:rPr lang="ru-RU" sz="900" i="1">
                                          <a:latin typeface="Cambria Math" panose="02040503050406030204" pitchFamily="18" charset="0"/>
                                        </a:rPr>
                                        <m:t>𝑘</m:t>
                                      </m:r>
                                      <m:r>
                                        <a:rPr lang="ru-RU" sz="900" i="0">
                                          <a:latin typeface="Cambria Math" panose="02040503050406030204" pitchFamily="18" charset="0"/>
                                        </a:rPr>
                                        <m:t>∗2</m:t>
                                      </m:r>
                                      <m:r>
                                        <a:rPr lang="ru-RU" sz="900" i="1">
                                          <a:latin typeface="Cambria Math" panose="02040503050406030204" pitchFamily="18" charset="0"/>
                                        </a:rPr>
                                        <m:t>𝜋</m:t>
                                      </m:r>
                                      <m:r>
                                        <a:rPr lang="ru-RU" sz="900" i="0">
                                          <a:latin typeface="Cambria Math" panose="02040503050406030204" pitchFamily="18" charset="0"/>
                                        </a:rPr>
                                        <m:t>∗</m:t>
                                      </m:r>
                                      <m:r>
                                        <a:rPr lang="ru-RU" sz="900" i="1">
                                          <a:latin typeface="Cambria Math" panose="02040503050406030204" pitchFamily="18" charset="0"/>
                                        </a:rPr>
                                        <m:t>𝑛</m:t>
                                      </m:r>
                                    </m:e>
                                  </m:d>
                                </m:num>
                                <m:den>
                                  <m:r>
                                    <a:rPr lang="ru-RU" sz="900" i="1">
                                      <a:latin typeface="Cambria Math" panose="02040503050406030204" pitchFamily="18" charset="0"/>
                                    </a:rPr>
                                    <m:t>𝑁</m:t>
                                  </m:r>
                                </m:den>
                              </m:f>
                            </m:sup>
                          </m:sSup>
                          <m:r>
                            <a:rPr lang="ru-RU" sz="900" i="0">
                              <a:latin typeface="Cambria Math" panose="02040503050406030204" pitchFamily="18" charset="0"/>
                            </a:rPr>
                            <m:t>=</m:t>
                          </m:r>
                          <m:nary>
                            <m:naryPr>
                              <m:chr m:val="∑"/>
                              <m:limLoc m:val="undOvr"/>
                              <m:ctrlPr>
                                <a:rPr lang="ru-RU" sz="900" i="1">
                                  <a:latin typeface="Cambria Math" panose="02040503050406030204" pitchFamily="18" charset="0"/>
                                </a:rPr>
                              </m:ctrlPr>
                            </m:naryPr>
                            <m:sub>
                              <m:r>
                                <a:rPr lang="ru-RU" sz="900" i="1">
                                  <a:latin typeface="Cambria Math" panose="02040503050406030204" pitchFamily="18" charset="0"/>
                                </a:rPr>
                                <m:t>𝑛</m:t>
                              </m:r>
                              <m:r>
                                <a:rPr lang="ru-RU" sz="900" i="0">
                                  <a:latin typeface="Cambria Math" panose="02040503050406030204" pitchFamily="18" charset="0"/>
                                </a:rPr>
                                <m:t>=0</m:t>
                              </m:r>
                            </m:sub>
                            <m:sup>
                              <m:r>
                                <a:rPr lang="ru-RU" sz="900" i="1">
                                  <a:latin typeface="Cambria Math" panose="02040503050406030204" pitchFamily="18" charset="0"/>
                                </a:rPr>
                                <m:t>𝑁</m:t>
                              </m:r>
                              <m:r>
                                <a:rPr lang="ru-RU" sz="900" i="0">
                                  <a:latin typeface="Cambria Math" panose="02040503050406030204" pitchFamily="18" charset="0"/>
                                </a:rPr>
                                <m:t>−1</m:t>
                              </m:r>
                            </m:sup>
                            <m:e>
                              <m:r>
                                <a:rPr lang="ru-RU" sz="900" i="1">
                                  <a:latin typeface="Cambria Math" panose="02040503050406030204" pitchFamily="18" charset="0"/>
                                </a:rPr>
                                <m:t>𝑥</m:t>
                              </m:r>
                              <m:d>
                                <m:dPr>
                                  <m:begChr m:val="["/>
                                  <m:endChr m:val="]"/>
                                  <m:ctrlPr>
                                    <a:rPr lang="ru-RU" sz="900" i="1">
                                      <a:latin typeface="Cambria Math" panose="02040503050406030204" pitchFamily="18" charset="0"/>
                                    </a:rPr>
                                  </m:ctrlPr>
                                </m:dPr>
                                <m:e>
                                  <m:r>
                                    <a:rPr lang="ru-RU" sz="900" i="1">
                                      <a:latin typeface="Cambria Math" panose="02040503050406030204" pitchFamily="18" charset="0"/>
                                    </a:rPr>
                                    <m:t>𝑛</m:t>
                                  </m:r>
                                </m:e>
                              </m:d>
                              <m:r>
                                <a:rPr lang="ru-RU" sz="900" i="0">
                                  <a:latin typeface="Cambria Math" panose="02040503050406030204" pitchFamily="18" charset="0"/>
                                </a:rPr>
                                <m:t>∗</m:t>
                              </m:r>
                              <m:d>
                                <m:dPr>
                                  <m:begChr m:val="["/>
                                  <m:endChr m:val="]"/>
                                  <m:ctrlPr>
                                    <a:rPr lang="ru-RU" sz="900" i="1">
                                      <a:latin typeface="Cambria Math" panose="02040503050406030204" pitchFamily="18" charset="0"/>
                                    </a:rPr>
                                  </m:ctrlPr>
                                </m:dPr>
                                <m:e>
                                  <m:func>
                                    <m:funcPr>
                                      <m:ctrlPr>
                                        <a:rPr lang="ru-RU" sz="900" i="1">
                                          <a:latin typeface="Cambria Math" panose="02040503050406030204" pitchFamily="18" charset="0"/>
                                        </a:rPr>
                                      </m:ctrlPr>
                                    </m:funcPr>
                                    <m:fName>
                                      <m:r>
                                        <m:rPr>
                                          <m:sty m:val="p"/>
                                        </m:rPr>
                                        <a:rPr lang="ru-RU" sz="900" i="0">
                                          <a:latin typeface="Cambria Math" panose="02040503050406030204" pitchFamily="18" charset="0"/>
                                        </a:rPr>
                                        <m:t>cos</m:t>
                                      </m:r>
                                    </m:fName>
                                    <m:e>
                                      <m:d>
                                        <m:dPr>
                                          <m:ctrlPr>
                                            <a:rPr lang="ru-RU" sz="900" i="1">
                                              <a:latin typeface="Cambria Math" panose="02040503050406030204" pitchFamily="18" charset="0"/>
                                            </a:rPr>
                                          </m:ctrlPr>
                                        </m:dPr>
                                        <m:e>
                                          <m:f>
                                            <m:fPr>
                                              <m:ctrlPr>
                                                <a:rPr lang="ru-RU" sz="900" i="1">
                                                  <a:latin typeface="Cambria Math" panose="02040503050406030204" pitchFamily="18" charset="0"/>
                                                </a:rPr>
                                              </m:ctrlPr>
                                            </m:fPr>
                                            <m:num>
                                              <m:r>
                                                <a:rPr lang="ru-RU" sz="900" i="0">
                                                  <a:latin typeface="Cambria Math" panose="02040503050406030204" pitchFamily="18" charset="0"/>
                                                </a:rPr>
                                                <m:t>2</m:t>
                                              </m:r>
                                              <m:r>
                                                <a:rPr lang="ru-RU" sz="900" i="1">
                                                  <a:latin typeface="Cambria Math" panose="02040503050406030204" pitchFamily="18" charset="0"/>
                                                </a:rPr>
                                                <m:t>𝜋</m:t>
                                              </m:r>
                                              <m:r>
                                                <a:rPr lang="ru-RU" sz="900" i="1">
                                                  <a:latin typeface="Cambria Math" panose="02040503050406030204" pitchFamily="18" charset="0"/>
                                                </a:rPr>
                                                <m:t>𝑘𝑛</m:t>
                                              </m:r>
                                            </m:num>
                                            <m:den>
                                              <m:r>
                                                <a:rPr lang="ru-RU" sz="900" i="1">
                                                  <a:latin typeface="Cambria Math" panose="02040503050406030204" pitchFamily="18" charset="0"/>
                                                </a:rPr>
                                                <m:t>𝑁</m:t>
                                              </m:r>
                                            </m:den>
                                          </m:f>
                                          <m:r>
                                            <a:rPr lang="ru-RU" sz="900" i="0">
                                              <a:latin typeface="Cambria Math" panose="02040503050406030204" pitchFamily="18" charset="0"/>
                                            </a:rPr>
                                            <m:t>−</m:t>
                                          </m:r>
                                          <m:r>
                                            <a:rPr lang="ru-RU" sz="900" i="1">
                                              <a:latin typeface="Cambria Math" panose="02040503050406030204" pitchFamily="18" charset="0"/>
                                            </a:rPr>
                                            <m:t>𝑗</m:t>
                                          </m:r>
                                          <m:func>
                                            <m:funcPr>
                                              <m:ctrlPr>
                                                <a:rPr lang="ru-RU" sz="900" i="1">
                                                  <a:latin typeface="Cambria Math" panose="02040503050406030204" pitchFamily="18" charset="0"/>
                                                </a:rPr>
                                              </m:ctrlPr>
                                            </m:funcPr>
                                            <m:fName>
                                              <m:r>
                                                <m:rPr>
                                                  <m:sty m:val="p"/>
                                                </m:rPr>
                                                <a:rPr lang="ru-RU" sz="900" i="0">
                                                  <a:latin typeface="Cambria Math" panose="02040503050406030204" pitchFamily="18" charset="0"/>
                                                </a:rPr>
                                                <m:t>sin</m:t>
                                              </m:r>
                                            </m:fName>
                                            <m:e>
                                              <m:d>
                                                <m:dPr>
                                                  <m:ctrlPr>
                                                    <a:rPr lang="ru-RU" sz="900" i="1">
                                                      <a:latin typeface="Cambria Math" panose="02040503050406030204" pitchFamily="18" charset="0"/>
                                                    </a:rPr>
                                                  </m:ctrlPr>
                                                </m:dPr>
                                                <m:e>
                                                  <m:f>
                                                    <m:fPr>
                                                      <m:ctrlPr>
                                                        <a:rPr lang="ru-RU" sz="900" i="1">
                                                          <a:latin typeface="Cambria Math" panose="02040503050406030204" pitchFamily="18" charset="0"/>
                                                        </a:rPr>
                                                      </m:ctrlPr>
                                                    </m:fPr>
                                                    <m:num>
                                                      <m:r>
                                                        <a:rPr lang="ru-RU" sz="900" i="0">
                                                          <a:latin typeface="Cambria Math" panose="02040503050406030204" pitchFamily="18" charset="0"/>
                                                        </a:rPr>
                                                        <m:t>2</m:t>
                                                      </m:r>
                                                      <m:r>
                                                        <a:rPr lang="ru-RU" sz="900" i="1">
                                                          <a:latin typeface="Cambria Math" panose="02040503050406030204" pitchFamily="18" charset="0"/>
                                                        </a:rPr>
                                                        <m:t>𝜋</m:t>
                                                      </m:r>
                                                      <m:r>
                                                        <a:rPr lang="ru-RU" sz="900" i="1">
                                                          <a:latin typeface="Cambria Math" panose="02040503050406030204" pitchFamily="18" charset="0"/>
                                                        </a:rPr>
                                                        <m:t>𝑘𝑛</m:t>
                                                      </m:r>
                                                    </m:num>
                                                    <m:den>
                                                      <m:r>
                                                        <a:rPr lang="ru-RU" sz="900" i="1">
                                                          <a:latin typeface="Cambria Math" panose="02040503050406030204" pitchFamily="18" charset="0"/>
                                                        </a:rPr>
                                                        <m:t>𝑁</m:t>
                                                      </m:r>
                                                    </m:den>
                                                  </m:f>
                                                </m:e>
                                              </m:d>
                                            </m:e>
                                          </m:func>
                                        </m:e>
                                      </m:d>
                                    </m:e>
                                  </m:func>
                                </m:e>
                              </m:d>
                              <m:r>
                                <a:rPr lang="ru-RU" sz="900" i="0">
                                  <a:latin typeface="Cambria Math" panose="02040503050406030204" pitchFamily="18" charset="0"/>
                                </a:rPr>
                                <m:t>, 0≤</m:t>
                              </m:r>
                              <m:r>
                                <a:rPr lang="ru-RU" sz="900" i="1">
                                  <a:latin typeface="Cambria Math" panose="02040503050406030204" pitchFamily="18" charset="0"/>
                                </a:rPr>
                                <m:t>𝑘</m:t>
                              </m:r>
                              <m:r>
                                <a:rPr lang="ru-RU" sz="900" i="0">
                                  <a:latin typeface="Cambria Math" panose="02040503050406030204" pitchFamily="18" charset="0"/>
                                </a:rPr>
                                <m:t>≤</m:t>
                              </m:r>
                              <m:r>
                                <a:rPr lang="ru-RU" sz="900" i="1">
                                  <a:latin typeface="Cambria Math" panose="02040503050406030204" pitchFamily="18" charset="0"/>
                                </a:rPr>
                                <m:t>𝑁</m:t>
                              </m:r>
                              <m:r>
                                <a:rPr lang="ru-RU" sz="900" i="0">
                                  <a:latin typeface="Cambria Math" panose="02040503050406030204" pitchFamily="18" charset="0"/>
                                </a:rPr>
                                <m:t>−1;</m:t>
                              </m:r>
                            </m:e>
                          </m:nary>
                        </m:e>
                      </m:nary>
                    </m:oMath>
                  </m:oMathPara>
                </a14:m>
                <a:endParaRPr lang="ru-RU" sz="9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1207180" y="3572228"/>
                <a:ext cx="9057373" cy="481927"/>
              </a:xfrm>
              <a:prstGeom prst="rect">
                <a:avLst/>
              </a:prstGeom>
              <a:blipFill rotWithShape="0">
                <a:blip r:embed="rId5" cstate="print"/>
                <a:stretch>
                  <a:fillRect t="-88608" b="-140506"/>
                </a:stretch>
              </a:blipFill>
            </p:spPr>
            <p:txBody>
              <a:bodyPr/>
              <a:lstStyle/>
              <a:p>
                <a:r>
                  <a:rPr lang="ru-RU">
                    <a:noFill/>
                  </a:rPr>
                  <a:t> </a:t>
                </a:r>
              </a:p>
            </p:txBody>
          </p:sp>
        </mc:Fallback>
      </mc:AlternateContent>
      <p:sp>
        <p:nvSpPr>
          <p:cNvPr id="26" name="TextBox 25"/>
          <p:cNvSpPr txBox="1"/>
          <p:nvPr/>
        </p:nvSpPr>
        <p:spPr>
          <a:xfrm>
            <a:off x="1299411" y="5053263"/>
            <a:ext cx="60412" cy="369332"/>
          </a:xfrm>
          <a:prstGeom prst="rect">
            <a:avLst/>
          </a:prstGeom>
          <a:noFill/>
        </p:spPr>
        <p:txBody>
          <a:bodyPr wrap="square" rtlCol="0">
            <a:spAutoFit/>
          </a:bodyPr>
          <a:lstStyle/>
          <a:p>
            <a:endParaRPr lang="ru-RU" dirty="0"/>
          </a:p>
        </p:txBody>
      </p:sp>
      <p:sp>
        <p:nvSpPr>
          <p:cNvPr id="27" name="TextBox 26"/>
          <p:cNvSpPr txBox="1"/>
          <p:nvPr/>
        </p:nvSpPr>
        <p:spPr>
          <a:xfrm>
            <a:off x="898367" y="4880084"/>
            <a:ext cx="9996626" cy="1200329"/>
          </a:xfrm>
          <a:prstGeom prst="rect">
            <a:avLst/>
          </a:prstGeom>
          <a:noFill/>
        </p:spPr>
        <p:txBody>
          <a:bodyPr wrap="square" rtlCol="0">
            <a:spAutoFit/>
          </a:bodyPr>
          <a:lstStyle/>
          <a:p>
            <a:pPr marL="285750" indent="-285750">
              <a:buFont typeface="Arial" panose="020B0604020202020204" pitchFamily="34" charset="0"/>
              <a:buChar char="•"/>
            </a:pPr>
            <a:r>
              <a:rPr lang="ru-RU" dirty="0"/>
              <a:t>Согласно Теореме Найквиста –Шеннона (Котельникова) если аналоговый сигнал </a:t>
            </a:r>
            <a:r>
              <a:rPr lang="en-US" dirty="0"/>
              <a:t>x</a:t>
            </a:r>
            <a:r>
              <a:rPr lang="ru-RU" dirty="0"/>
              <a:t>(</a:t>
            </a:r>
            <a:r>
              <a:rPr lang="en-US" dirty="0"/>
              <a:t>t</a:t>
            </a:r>
            <a:r>
              <a:rPr lang="ru-RU" dirty="0"/>
              <a:t>) имеет ограниченный по ширине спектр, то он может быть восстановлен однозначно и без потерь по своим дискретным отсчетам, взятым с частотой, строго большей удвоенной верхней </a:t>
            </a:r>
            <a:r>
              <a:rPr lang="ru-RU" dirty="0" smtClean="0"/>
              <a:t>частоты.</a:t>
            </a:r>
          </a:p>
          <a:p>
            <a:pPr marL="285750" indent="-285750">
              <a:buFont typeface="Arial" panose="020B0604020202020204" pitchFamily="34" charset="0"/>
              <a:buChar char="•"/>
            </a:pPr>
            <a:r>
              <a:rPr lang="ru-RU" dirty="0"/>
              <a:t>В</a:t>
            </a:r>
            <a:r>
              <a:rPr lang="ru-RU" dirty="0" smtClean="0"/>
              <a:t>ерхняя </a:t>
            </a:r>
            <a:r>
              <a:rPr lang="ru-RU" dirty="0"/>
              <a:t>частота спектра выбирается так, чтобы умещались 10-20 гармоник частоты </a:t>
            </a:r>
            <a:r>
              <a:rPr lang="ru-RU" dirty="0" smtClean="0"/>
              <a:t>вращения.</a:t>
            </a:r>
            <a:endParaRPr lang="ru-RU" dirty="0"/>
          </a:p>
        </p:txBody>
      </p:sp>
      <p:sp>
        <p:nvSpPr>
          <p:cNvPr id="2" name="TextBox 1"/>
          <p:cNvSpPr txBox="1"/>
          <p:nvPr/>
        </p:nvSpPr>
        <p:spPr>
          <a:xfrm>
            <a:off x="798895" y="472916"/>
            <a:ext cx="5438797" cy="307777"/>
          </a:xfrm>
          <a:prstGeom prst="rect">
            <a:avLst/>
          </a:prstGeom>
          <a:noFill/>
        </p:spPr>
        <p:txBody>
          <a:bodyPr wrap="none" rtlCol="0">
            <a:spAutoFit/>
          </a:bodyPr>
          <a:lstStyle/>
          <a:p>
            <a:r>
              <a:rPr lang="ru-RU" sz="1400" i="1" dirty="0" smtClean="0"/>
              <a:t>*</a:t>
            </a:r>
            <a:r>
              <a:rPr lang="en-US" sz="1400" i="1" dirty="0" smtClean="0"/>
              <a:t>Vibration </a:t>
            </a:r>
            <a:r>
              <a:rPr lang="en-US" sz="1400" i="1" dirty="0"/>
              <a:t>Monitoring &amp; Analysis Handbook / Simon RW Mills BSc(</a:t>
            </a:r>
            <a:r>
              <a:rPr lang="en-US" sz="1400" i="1" dirty="0" err="1"/>
              <a:t>Eng</a:t>
            </a:r>
            <a:r>
              <a:rPr lang="en-US" sz="1400" i="1" dirty="0"/>
              <a:t>)</a:t>
            </a:r>
            <a:endParaRPr lang="ru-RU" sz="1400" i="1" dirty="0"/>
          </a:p>
        </p:txBody>
      </p:sp>
      <p:sp>
        <p:nvSpPr>
          <p:cNvPr id="20" name="Нашивка 19"/>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4" name="Нашивка 23"/>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8" name="Нашивка 27"/>
          <p:cNvSpPr/>
          <p:nvPr/>
        </p:nvSpPr>
        <p:spPr>
          <a:xfrm>
            <a:off x="4029381" y="6176086"/>
            <a:ext cx="1607419" cy="644892"/>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9" name="Нашивка 28"/>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30" name="Нашивка 29"/>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31" name="Нашивка 30"/>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32" name="Нашивка 31"/>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1347542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741145"/>
            <a:ext cx="10515600" cy="599941"/>
          </a:xfrm>
        </p:spPr>
        <p:txBody>
          <a:bodyPr>
            <a:normAutofit/>
          </a:bodyPr>
          <a:lstStyle/>
          <a:p>
            <a:r>
              <a:rPr lang="ru-RU" sz="1800" dirty="0"/>
              <a:t>Для анализа спектра вибрации подшипников необходимо знать гармоники характеристических частот подшипника. Ниже приведен их расчет</a:t>
            </a:r>
            <a:r>
              <a:rPr lang="en-US" sz="1800" dirty="0"/>
              <a:t>:</a:t>
            </a:r>
            <a:endParaRPr lang="ru-RU" sz="1800" dirty="0"/>
          </a:p>
        </p:txBody>
      </p:sp>
      <p:pic>
        <p:nvPicPr>
          <p:cNvPr id="13" name="Рисунок 12"/>
          <p:cNvPicPr/>
          <p:nvPr/>
        </p:nvPicPr>
        <p:blipFill>
          <a:blip r:embed="rId3" cstate="print"/>
          <a:stretch>
            <a:fillRect/>
          </a:stretch>
        </p:blipFill>
        <p:spPr>
          <a:xfrm>
            <a:off x="317643" y="1663411"/>
            <a:ext cx="5598776" cy="3214838"/>
          </a:xfrm>
          <a:prstGeom prst="rect">
            <a:avLst/>
          </a:prstGeom>
        </p:spPr>
      </p:pic>
      <p:pic>
        <p:nvPicPr>
          <p:cNvPr id="15" name="Рисунок 14"/>
          <p:cNvPicPr>
            <a:picLocks noChangeAspect="1"/>
          </p:cNvPicPr>
          <p:nvPr/>
        </p:nvPicPr>
        <p:blipFill>
          <a:blip r:embed="rId4" cstate="print"/>
          <a:stretch>
            <a:fillRect/>
          </a:stretch>
        </p:blipFill>
        <p:spPr>
          <a:xfrm>
            <a:off x="5848497" y="1189641"/>
            <a:ext cx="5461642" cy="3799121"/>
          </a:xfrm>
          <a:prstGeom prst="rect">
            <a:avLst/>
          </a:prstGeom>
        </p:spPr>
      </p:pic>
      <mc:AlternateContent xmlns:mc="http://schemas.openxmlformats.org/markup-compatibility/2006" xmlns:a14="http://schemas.microsoft.com/office/drawing/2010/main">
        <mc:Choice Requires="a14">
          <p:sp>
            <p:nvSpPr>
              <p:cNvPr id="16" name="Объект 2"/>
              <p:cNvSpPr txBox="1">
                <a:spLocks/>
              </p:cNvSpPr>
              <p:nvPr/>
            </p:nvSpPr>
            <p:spPr>
              <a:xfrm>
                <a:off x="6323494" y="5473271"/>
                <a:ext cx="5548478" cy="59994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400" dirty="0"/>
                  <a:t>Где </a:t>
                </a:r>
                <a:r>
                  <a:rPr lang="en-US" sz="1400" dirty="0"/>
                  <a:t>S</a:t>
                </a:r>
                <a:r>
                  <a:rPr lang="ru-RU" sz="1400" dirty="0"/>
                  <a:t>- скорость вращения вала (Гц), </a:t>
                </a:r>
                <a:r>
                  <a:rPr lang="en-US" sz="1400" dirty="0"/>
                  <a:t>D</a:t>
                </a:r>
                <a:r>
                  <a:rPr lang="ru-RU" sz="1400" dirty="0"/>
                  <a:t> – диаметр наружного кольца (мм), </a:t>
                </a:r>
                <a:r>
                  <a:rPr lang="en-US" sz="1400" dirty="0"/>
                  <a:t>d</a:t>
                </a:r>
                <a:r>
                  <a:rPr lang="ru-RU" sz="1400" dirty="0"/>
                  <a:t>- диаметр внутреннего кольца (мм), </a:t>
                </a:r>
                <a:r>
                  <a:rPr lang="en-US" sz="1400" dirty="0" err="1"/>
                  <a:t>Bd</a:t>
                </a:r>
                <a:r>
                  <a:rPr lang="ru-RU" sz="1400" dirty="0"/>
                  <a:t> – диаметр тел качения (мм), </a:t>
                </a:r>
                <a:r>
                  <a:rPr lang="en-US" sz="1400" dirty="0" err="1"/>
                  <a:t>Nb</a:t>
                </a:r>
                <a:r>
                  <a:rPr lang="ru-RU" sz="1400" dirty="0"/>
                  <a:t> – количество тел качения, </a:t>
                </a:r>
                <a14:m>
                  <m:oMath xmlns:m="http://schemas.openxmlformats.org/officeDocument/2006/math">
                    <m:r>
                      <a:rPr lang="en-US" sz="1400" i="1">
                        <a:latin typeface="Cambria Math" panose="02040503050406030204" pitchFamily="18" charset="0"/>
                      </a:rPr>
                      <m:t>𝜃</m:t>
                    </m:r>
                  </m:oMath>
                </a14:m>
                <a:r>
                  <a:rPr lang="ru-RU" sz="1400" dirty="0"/>
                  <a:t>- угол контакта (град.)</a:t>
                </a:r>
              </a:p>
            </p:txBody>
          </p:sp>
        </mc:Choice>
        <mc:Fallback xmlns="">
          <p:sp>
            <p:nvSpPr>
              <p:cNvPr id="16" name="Объект 2"/>
              <p:cNvSpPr txBox="1">
                <a:spLocks noRot="1" noChangeAspect="1" noMove="1" noResize="1" noEditPoints="1" noAdjustHandles="1" noChangeArrowheads="1" noChangeShapeType="1" noTextEdit="1"/>
              </p:cNvSpPr>
              <p:nvPr/>
            </p:nvSpPr>
            <p:spPr>
              <a:xfrm>
                <a:off x="6323494" y="5473271"/>
                <a:ext cx="5548478" cy="599941"/>
              </a:xfrm>
              <a:prstGeom prst="rect">
                <a:avLst/>
              </a:prstGeom>
              <a:blipFill rotWithShape="0">
                <a:blip r:embed="rId5" cstate="print"/>
                <a:stretch>
                  <a:fillRect t="-6122" r="-439" b="-5102"/>
                </a:stretch>
              </a:blipFill>
            </p:spPr>
            <p:txBody>
              <a:bodyPr/>
              <a:lstStyle/>
              <a:p>
                <a:r>
                  <a:rPr lang="ru-RU">
                    <a:noFill/>
                  </a:rPr>
                  <a:t> </a:t>
                </a:r>
              </a:p>
            </p:txBody>
          </p:sp>
        </mc:Fallback>
      </mc:AlternateContent>
      <p:sp>
        <p:nvSpPr>
          <p:cNvPr id="17" name="Заголовок 1"/>
          <p:cNvSpPr>
            <a:spLocks noGrp="1"/>
          </p:cNvSpPr>
          <p:nvPr>
            <p:ph type="title"/>
          </p:nvPr>
        </p:nvSpPr>
        <p:spPr>
          <a:xfrm>
            <a:off x="826325" y="0"/>
            <a:ext cx="10515600" cy="741145"/>
          </a:xfrm>
        </p:spPr>
        <p:txBody>
          <a:bodyPr>
            <a:noAutofit/>
          </a:bodyPr>
          <a:lstStyle/>
          <a:p>
            <a:pPr algn="ctr"/>
            <a:r>
              <a:rPr lang="ru-RU" sz="2400" b="1" dirty="0" smtClean="0">
                <a:solidFill>
                  <a:schemeClr val="tx1"/>
                </a:solidFill>
              </a:rPr>
              <a:t>Диагностика неисправности по </a:t>
            </a:r>
            <a:r>
              <a:rPr lang="ru-RU" sz="2400" b="1" dirty="0" err="1" smtClean="0">
                <a:solidFill>
                  <a:schemeClr val="tx1"/>
                </a:solidFill>
              </a:rPr>
              <a:t>вибросигналу</a:t>
            </a:r>
            <a:endParaRPr lang="ru-RU" sz="2400" b="1" dirty="0"/>
          </a:p>
        </p:txBody>
      </p:sp>
      <p:sp>
        <p:nvSpPr>
          <p:cNvPr id="18" name="Прямоугольник 17"/>
          <p:cNvSpPr/>
          <p:nvPr/>
        </p:nvSpPr>
        <p:spPr>
          <a:xfrm>
            <a:off x="371383" y="5449363"/>
            <a:ext cx="5952111" cy="461665"/>
          </a:xfrm>
          <a:prstGeom prst="rect">
            <a:avLst/>
          </a:prstGeom>
          <a:ln w="3175">
            <a:solidFill>
              <a:schemeClr val="accent1"/>
            </a:solidFill>
          </a:ln>
        </p:spPr>
        <p:txBody>
          <a:bodyPr wrap="square">
            <a:spAutoFit/>
          </a:bodyPr>
          <a:lstStyle/>
          <a:p>
            <a:r>
              <a:rPr lang="en-US" sz="1200" b="1" dirty="0" smtClean="0"/>
              <a:t>Vibration Monitoring &amp; Analysis Handbook</a:t>
            </a:r>
            <a:r>
              <a:rPr lang="ru-RU" sz="1200" b="1" dirty="0" smtClean="0"/>
              <a:t>,</a:t>
            </a:r>
            <a:r>
              <a:rPr lang="en-US" sz="1200" dirty="0" smtClean="0"/>
              <a:t> Published by The British Institute of Non-Destructive Testing, 2010, ISBN 978 0 903132 39 7)</a:t>
            </a:r>
            <a:endParaRPr lang="ru-RU" sz="1200" dirty="0"/>
          </a:p>
        </p:txBody>
      </p:sp>
      <p:sp>
        <p:nvSpPr>
          <p:cNvPr id="19" name="Нашивка 18"/>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0" name="Нашивка 19"/>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1" name="Нашивка 20"/>
          <p:cNvSpPr/>
          <p:nvPr/>
        </p:nvSpPr>
        <p:spPr>
          <a:xfrm>
            <a:off x="4029381" y="6176086"/>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2" name="Нашивка 21"/>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3" name="Нашивка 22"/>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24" name="Нашивка 23"/>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25" name="Нашивка 24"/>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29174500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1084480"/>
            <a:ext cx="10515600" cy="3641899"/>
          </a:xfrm>
        </p:spPr>
        <p:txBody>
          <a:bodyPr>
            <a:normAutofit/>
          </a:bodyPr>
          <a:lstStyle/>
          <a:p>
            <a:r>
              <a:rPr lang="ru-RU" sz="1800" dirty="0" smtClean="0"/>
              <a:t>Методы </a:t>
            </a:r>
            <a:r>
              <a:rPr lang="ru-RU" sz="1800" dirty="0"/>
              <a:t>анализа прямого спектра и спектра огибающей могут быть реализованы с применением теории искусственных нейронных сетей. Применение математического аппарата нейронных сетей обеспечивает повышение точности процесса диагностики путем применения имеющихся знаний о работе аналогичных агрегатов. Кроме того, результаты измерения вибрации, как и любые другие физические измерения, подвержены некоторой случайности. А аппарат нейронных сетей относится к статистическим математическим методам, что позволяет ставить диагноз при значительных случайных составляющих обрабатываемого сигнала </a:t>
            </a:r>
            <a:r>
              <a:rPr lang="ru-RU" sz="1800" dirty="0" smtClean="0"/>
              <a:t>.</a:t>
            </a:r>
          </a:p>
          <a:p>
            <a:r>
              <a:rPr lang="ru-RU" sz="1800" dirty="0"/>
              <a:t>Достоинствами применения данной технологии является высокая точность определения дефекта, а также высокий уровень автоматизации процесса. </a:t>
            </a:r>
            <a:endParaRPr lang="ru-RU" sz="1800" dirty="0" smtClean="0"/>
          </a:p>
          <a:p>
            <a:r>
              <a:rPr lang="ru-RU" sz="1800" dirty="0" smtClean="0"/>
              <a:t>К </a:t>
            </a:r>
            <a:r>
              <a:rPr lang="ru-RU" sz="1800" dirty="0"/>
              <a:t>недостаткам же можно отнести сложность реализации и обучения </a:t>
            </a:r>
            <a:r>
              <a:rPr lang="ru-RU" sz="1800" dirty="0" err="1"/>
              <a:t>нейросети</a:t>
            </a:r>
            <a:r>
              <a:rPr lang="ru-RU" sz="1800" dirty="0"/>
              <a:t>, кроме того, стоит выделить низкую степень унификации (для каждого нового узла необходимо создавать новую сеть и её обучать).</a:t>
            </a:r>
            <a:endParaRPr lang="ru-RU" sz="1800" dirty="0" smtClean="0"/>
          </a:p>
          <a:p>
            <a:pPr marL="0" indent="0">
              <a:buNone/>
            </a:pPr>
            <a:endParaRPr lang="ru-RU" sz="1800" dirty="0"/>
          </a:p>
        </p:txBody>
      </p:sp>
      <p:sp>
        <p:nvSpPr>
          <p:cNvPr id="12" name="Заголовок 1"/>
          <p:cNvSpPr>
            <a:spLocks noGrp="1"/>
          </p:cNvSpPr>
          <p:nvPr>
            <p:ph type="title"/>
          </p:nvPr>
        </p:nvSpPr>
        <p:spPr>
          <a:xfrm>
            <a:off x="838200" y="0"/>
            <a:ext cx="10515600" cy="741145"/>
          </a:xfrm>
        </p:spPr>
        <p:txBody>
          <a:bodyPr>
            <a:noAutofit/>
          </a:bodyPr>
          <a:lstStyle/>
          <a:p>
            <a:r>
              <a:rPr lang="ru-RU" sz="2400" b="1" dirty="0" smtClean="0">
                <a:solidFill>
                  <a:schemeClr val="tx1"/>
                </a:solidFill>
              </a:rPr>
              <a:t>Анализ спектров вибросигнала</a:t>
            </a:r>
            <a:r>
              <a:rPr lang="ru-RU" sz="2400" b="1" dirty="0" smtClean="0"/>
              <a:t>. Диагностика на основе нейронных сетей.</a:t>
            </a:r>
            <a:endParaRPr lang="ru-RU" sz="2400" b="1" dirty="0"/>
          </a:p>
        </p:txBody>
      </p:sp>
      <p:sp>
        <p:nvSpPr>
          <p:cNvPr id="2" name="TextBox 1"/>
          <p:cNvSpPr txBox="1"/>
          <p:nvPr/>
        </p:nvSpPr>
        <p:spPr>
          <a:xfrm>
            <a:off x="838199" y="561260"/>
            <a:ext cx="9426353" cy="523220"/>
          </a:xfrm>
          <a:prstGeom prst="rect">
            <a:avLst/>
          </a:prstGeom>
          <a:noFill/>
        </p:spPr>
        <p:txBody>
          <a:bodyPr wrap="square" rtlCol="0">
            <a:spAutoFit/>
          </a:bodyPr>
          <a:lstStyle/>
          <a:p>
            <a:r>
              <a:rPr lang="en-US" sz="1400" i="1" dirty="0" smtClean="0"/>
              <a:t>*</a:t>
            </a:r>
            <a:r>
              <a:rPr lang="ru-RU" sz="1400" i="1" dirty="0" smtClean="0"/>
              <a:t>Применение </a:t>
            </a:r>
            <a:r>
              <a:rPr lang="ru-RU" sz="1400" i="1" dirty="0"/>
              <a:t>искусственных нейронных сетей для создания экспертной системы диагностирования технологического оборудования. /  А.  В. Семенченко. </a:t>
            </a:r>
          </a:p>
        </p:txBody>
      </p:sp>
      <p:sp>
        <p:nvSpPr>
          <p:cNvPr id="13" name="Нашивка 12"/>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14" name="Нашивка 13"/>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15" name="Нашивка 14"/>
          <p:cNvSpPr/>
          <p:nvPr/>
        </p:nvSpPr>
        <p:spPr>
          <a:xfrm>
            <a:off x="4029381" y="6176086"/>
            <a:ext cx="1607419" cy="644892"/>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16" name="Нашивка 15"/>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17" name="Нашивка 16"/>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18" name="Нашивка 17"/>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19" name="Нашивка 18"/>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2492669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51305" y="741145"/>
            <a:ext cx="10515600" cy="4351338"/>
          </a:xfrm>
        </p:spPr>
        <p:txBody>
          <a:bodyPr>
            <a:normAutofit/>
          </a:bodyPr>
          <a:lstStyle/>
          <a:p>
            <a:pPr lvl="0"/>
            <a:r>
              <a:rPr lang="ru-RU" sz="1800" dirty="0"/>
              <a:t>Рассмотрим </a:t>
            </a:r>
            <a:r>
              <a:rPr lang="ru-RU" sz="1800" dirty="0" smtClean="0"/>
              <a:t>пример типового спектра </a:t>
            </a:r>
            <a:r>
              <a:rPr lang="ru-RU" sz="1800" dirty="0"/>
              <a:t>вибросигналов дефектных </a:t>
            </a:r>
            <a:r>
              <a:rPr lang="ru-RU" sz="1800" dirty="0" smtClean="0"/>
              <a:t>подшипников </a:t>
            </a:r>
            <a:r>
              <a:rPr lang="en-US" sz="1800" dirty="0" smtClean="0"/>
              <a:t>(</a:t>
            </a:r>
            <a:r>
              <a:rPr lang="en-US" sz="1800" b="1" dirty="0"/>
              <a:t>Vibration Monitoring &amp; Analysis </a:t>
            </a:r>
            <a:r>
              <a:rPr lang="en-US" sz="1800" b="1" dirty="0" smtClean="0"/>
              <a:t>Handbook</a:t>
            </a:r>
            <a:r>
              <a:rPr lang="ru-RU" sz="1800" b="1" dirty="0" smtClean="0"/>
              <a:t>,</a:t>
            </a:r>
            <a:r>
              <a:rPr lang="en-US" sz="1800" dirty="0"/>
              <a:t> Published by The British Institute of Non-Destructive Testing, 2010, ISBN 978 0 903132 39 </a:t>
            </a:r>
            <a:r>
              <a:rPr lang="en-US" sz="1800" dirty="0" smtClean="0"/>
              <a:t>7)</a:t>
            </a:r>
            <a:endParaRPr lang="ru-RU" sz="1800" dirty="0"/>
          </a:p>
        </p:txBody>
      </p:sp>
      <p:sp>
        <p:nvSpPr>
          <p:cNvPr id="12" name="Заголовок 1"/>
          <p:cNvSpPr>
            <a:spLocks noGrp="1"/>
          </p:cNvSpPr>
          <p:nvPr>
            <p:ph type="title"/>
          </p:nvPr>
        </p:nvSpPr>
        <p:spPr>
          <a:xfrm>
            <a:off x="838200" y="0"/>
            <a:ext cx="10515600" cy="741145"/>
          </a:xfrm>
        </p:spPr>
        <p:txBody>
          <a:bodyPr>
            <a:noAutofit/>
          </a:bodyPr>
          <a:lstStyle/>
          <a:p>
            <a:r>
              <a:rPr lang="ru-RU" sz="2400" b="1" dirty="0" smtClean="0">
                <a:solidFill>
                  <a:schemeClr val="tx1"/>
                </a:solidFill>
              </a:rPr>
              <a:t>Анализ спектров вибросигнала</a:t>
            </a:r>
            <a:r>
              <a:rPr lang="ru-RU" sz="2400" b="1" dirty="0" smtClean="0"/>
              <a:t>. </a:t>
            </a:r>
            <a:r>
              <a:rPr lang="ru-RU" sz="2400" b="1" dirty="0"/>
              <a:t>Диагностика на основе решающих </a:t>
            </a:r>
            <a:r>
              <a:rPr lang="ru-RU" sz="2400" b="1" dirty="0" smtClean="0"/>
              <a:t>правил.</a:t>
            </a:r>
            <a:endParaRPr lang="ru-RU" sz="2400" b="1" dirty="0"/>
          </a:p>
        </p:txBody>
      </p:sp>
      <p:pic>
        <p:nvPicPr>
          <p:cNvPr id="13" name="Рисунок 12"/>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5081" y="4302488"/>
            <a:ext cx="3156286" cy="1873917"/>
          </a:xfrm>
          <a:prstGeom prst="rect">
            <a:avLst/>
          </a:prstGeom>
          <a:noFill/>
          <a:ln>
            <a:noFill/>
          </a:ln>
        </p:spPr>
      </p:pic>
      <p:pic>
        <p:nvPicPr>
          <p:cNvPr id="15" name="Рисунок 14"/>
          <p:cNvPicPr>
            <a:picLocks noChangeAspect="1"/>
          </p:cNvPicPr>
          <p:nvPr/>
        </p:nvPicPr>
        <p:blipFill>
          <a:blip r:embed="rId4" cstate="print"/>
          <a:stretch>
            <a:fillRect/>
          </a:stretch>
        </p:blipFill>
        <p:spPr>
          <a:xfrm>
            <a:off x="6120889" y="3361673"/>
            <a:ext cx="5665297" cy="2663742"/>
          </a:xfrm>
          <a:prstGeom prst="rect">
            <a:avLst/>
          </a:prstGeom>
        </p:spPr>
      </p:pic>
      <p:sp>
        <p:nvSpPr>
          <p:cNvPr id="16" name="Стрелка вправо с вырезом 15"/>
          <p:cNvSpPr/>
          <p:nvPr/>
        </p:nvSpPr>
        <p:spPr>
          <a:xfrm>
            <a:off x="4555144" y="4254366"/>
            <a:ext cx="1383644" cy="63526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7" name="Рисунок 16" descr="D:\загрузки\цуйц1.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49680" y="1832895"/>
            <a:ext cx="2557922" cy="1729372"/>
          </a:xfrm>
          <a:prstGeom prst="rect">
            <a:avLst/>
          </a:prstGeom>
          <a:noFill/>
          <a:ln>
            <a:noFill/>
          </a:ln>
        </p:spPr>
      </p:pic>
      <p:sp>
        <p:nvSpPr>
          <p:cNvPr id="18" name="TextBox 17"/>
          <p:cNvSpPr txBox="1"/>
          <p:nvPr/>
        </p:nvSpPr>
        <p:spPr>
          <a:xfrm>
            <a:off x="1328286" y="1568921"/>
            <a:ext cx="3100464" cy="369332"/>
          </a:xfrm>
          <a:prstGeom prst="rect">
            <a:avLst/>
          </a:prstGeom>
          <a:noFill/>
        </p:spPr>
        <p:txBody>
          <a:bodyPr wrap="none" rtlCol="0">
            <a:spAutoFit/>
          </a:bodyPr>
          <a:lstStyle/>
          <a:p>
            <a:r>
              <a:rPr lang="ru-RU" b="1" dirty="0" smtClean="0"/>
              <a:t>Временной сигнал вибрации</a:t>
            </a:r>
            <a:endParaRPr lang="ru-RU" b="1" dirty="0"/>
          </a:p>
        </p:txBody>
      </p:sp>
      <p:sp>
        <p:nvSpPr>
          <p:cNvPr id="19" name="TextBox 18"/>
          <p:cNvSpPr txBox="1"/>
          <p:nvPr/>
        </p:nvSpPr>
        <p:spPr>
          <a:xfrm>
            <a:off x="2292000" y="4156325"/>
            <a:ext cx="925253" cy="369332"/>
          </a:xfrm>
          <a:prstGeom prst="rect">
            <a:avLst/>
          </a:prstGeom>
          <a:noFill/>
        </p:spPr>
        <p:txBody>
          <a:bodyPr wrap="none" rtlCol="0">
            <a:spAutoFit/>
          </a:bodyPr>
          <a:lstStyle/>
          <a:p>
            <a:r>
              <a:rPr lang="ru-RU" b="1" dirty="0" smtClean="0"/>
              <a:t>Спектр </a:t>
            </a:r>
            <a:endParaRPr lang="ru-RU" b="1" dirty="0"/>
          </a:p>
        </p:txBody>
      </p:sp>
      <p:sp>
        <p:nvSpPr>
          <p:cNvPr id="20" name="Стрелка вправо с вырезом 19"/>
          <p:cNvSpPr/>
          <p:nvPr/>
        </p:nvSpPr>
        <p:spPr>
          <a:xfrm rot="5400000">
            <a:off x="2358270" y="3484031"/>
            <a:ext cx="789907" cy="63526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extBox 20"/>
          <p:cNvSpPr txBox="1"/>
          <p:nvPr/>
        </p:nvSpPr>
        <p:spPr>
          <a:xfrm>
            <a:off x="7920268" y="2906283"/>
            <a:ext cx="2250168" cy="369332"/>
          </a:xfrm>
          <a:prstGeom prst="rect">
            <a:avLst/>
          </a:prstGeom>
          <a:noFill/>
        </p:spPr>
        <p:txBody>
          <a:bodyPr wrap="none" rtlCol="0">
            <a:spAutoFit/>
          </a:bodyPr>
          <a:lstStyle/>
          <a:p>
            <a:r>
              <a:rPr lang="ru-RU" b="1" dirty="0" smtClean="0"/>
              <a:t>Решающее правило </a:t>
            </a:r>
            <a:endParaRPr lang="ru-RU" b="1" dirty="0"/>
          </a:p>
        </p:txBody>
      </p:sp>
      <p:sp>
        <p:nvSpPr>
          <p:cNvPr id="22" name="Нашивка 21"/>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3" name="Нашивка 22"/>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4" name="Нашивка 23"/>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5" name="Нашивка 24"/>
          <p:cNvSpPr/>
          <p:nvPr/>
        </p:nvSpPr>
        <p:spPr>
          <a:xfrm>
            <a:off x="5733460" y="6176086"/>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26" name="Нашивка 25"/>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27" name="Нашивка 26"/>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28" name="Нашивка 27"/>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2918313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a:spLocks noGrp="1"/>
          </p:cNvSpPr>
          <p:nvPr>
            <p:ph type="title"/>
          </p:nvPr>
        </p:nvSpPr>
        <p:spPr>
          <a:xfrm>
            <a:off x="838199" y="-29989"/>
            <a:ext cx="10515600" cy="741145"/>
          </a:xfrm>
        </p:spPr>
        <p:txBody>
          <a:bodyPr>
            <a:noAutofit/>
          </a:bodyPr>
          <a:lstStyle/>
          <a:p>
            <a:r>
              <a:rPr lang="ru-RU" sz="2400" b="1" dirty="0" smtClean="0"/>
              <a:t>Программный модуль частотного анализа вибросигнала</a:t>
            </a:r>
            <a:endParaRPr lang="ru-RU" sz="2400" b="1" dirty="0"/>
          </a:p>
        </p:txBody>
      </p:sp>
      <p:sp>
        <p:nvSpPr>
          <p:cNvPr id="5" name="TextBox 4"/>
          <p:cNvSpPr txBox="1"/>
          <p:nvPr/>
        </p:nvSpPr>
        <p:spPr>
          <a:xfrm>
            <a:off x="838199" y="500702"/>
            <a:ext cx="4754250" cy="307777"/>
          </a:xfrm>
          <a:prstGeom prst="rect">
            <a:avLst/>
          </a:prstGeom>
          <a:noFill/>
        </p:spPr>
        <p:txBody>
          <a:bodyPr wrap="none" rtlCol="0">
            <a:spAutoFit/>
          </a:bodyPr>
          <a:lstStyle/>
          <a:p>
            <a:r>
              <a:rPr lang="en-US" sz="1400" i="1" dirty="0" smtClean="0"/>
              <a:t>*</a:t>
            </a:r>
            <a:r>
              <a:rPr lang="ru-RU" sz="1400" i="1" dirty="0" smtClean="0"/>
              <a:t>Модуль написан на языке высокого уровня в среде </a:t>
            </a:r>
            <a:r>
              <a:rPr lang="en-US" sz="1400" i="1" dirty="0" err="1" smtClean="0"/>
              <a:t>Matlab</a:t>
            </a:r>
            <a:endParaRPr lang="ru-RU" sz="1400" i="1" dirty="0"/>
          </a:p>
        </p:txBody>
      </p:sp>
      <p:sp>
        <p:nvSpPr>
          <p:cNvPr id="6" name="Блок-схема: данные 5"/>
          <p:cNvSpPr/>
          <p:nvPr/>
        </p:nvSpPr>
        <p:spPr>
          <a:xfrm>
            <a:off x="838200" y="852848"/>
            <a:ext cx="2050181" cy="827773"/>
          </a:xfrm>
          <a:prstGeom prst="flowChartInputOutp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i="1" dirty="0">
                <a:solidFill>
                  <a:schemeClr val="tx1"/>
                </a:solidFill>
              </a:rPr>
              <a:t>Выбор файла .</a:t>
            </a:r>
            <a:r>
              <a:rPr lang="en-US" sz="1100" b="1" i="1" dirty="0" err="1">
                <a:solidFill>
                  <a:schemeClr val="tx1"/>
                </a:solidFill>
              </a:rPr>
              <a:t>xlsx</a:t>
            </a:r>
            <a:r>
              <a:rPr lang="en-US" sz="1100" b="1" i="1" dirty="0">
                <a:solidFill>
                  <a:schemeClr val="tx1"/>
                </a:solidFill>
              </a:rPr>
              <a:t> </a:t>
            </a:r>
            <a:r>
              <a:rPr lang="ru-RU" sz="1100" b="1" i="1" dirty="0">
                <a:solidFill>
                  <a:schemeClr val="tx1"/>
                </a:solidFill>
              </a:rPr>
              <a:t> и чтение массива данных вибросигнала</a:t>
            </a:r>
            <a:endParaRPr lang="ru-RU" sz="1100" dirty="0">
              <a:solidFill>
                <a:schemeClr val="tx1"/>
              </a:solidFill>
            </a:endParaRPr>
          </a:p>
        </p:txBody>
      </p:sp>
      <p:sp>
        <p:nvSpPr>
          <p:cNvPr id="9" name="Прямоугольник 8"/>
          <p:cNvSpPr/>
          <p:nvPr/>
        </p:nvSpPr>
        <p:spPr>
          <a:xfrm>
            <a:off x="838201" y="1867303"/>
            <a:ext cx="1693244" cy="12772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838200" y="1867304"/>
            <a:ext cx="1838426" cy="1277273"/>
          </a:xfrm>
          <a:prstGeom prst="rect">
            <a:avLst/>
          </a:prstGeom>
          <a:noFill/>
        </p:spPr>
        <p:txBody>
          <a:bodyPr wrap="square" rtlCol="0">
            <a:spAutoFit/>
          </a:bodyPr>
          <a:lstStyle/>
          <a:p>
            <a:r>
              <a:rPr lang="ru-RU" sz="1100" b="1" i="1" dirty="0"/>
              <a:t>Чтение данных длины сигнала </a:t>
            </a:r>
            <a:r>
              <a:rPr lang="en-US" sz="1100" b="1" i="1" dirty="0"/>
              <a:t>Tm, </a:t>
            </a:r>
            <a:r>
              <a:rPr lang="ru-RU" sz="1100" b="1" i="1" dirty="0"/>
              <a:t>количества </a:t>
            </a:r>
            <a:r>
              <a:rPr lang="ru-RU" sz="1100" b="1" i="1" dirty="0" err="1"/>
              <a:t>сэмплов</a:t>
            </a:r>
            <a:r>
              <a:rPr lang="ru-RU" sz="1100" b="1" i="1" dirty="0"/>
              <a:t> </a:t>
            </a:r>
            <a:r>
              <a:rPr lang="en-US" sz="1100" b="1" i="1" dirty="0" err="1"/>
              <a:t>FftL</a:t>
            </a:r>
            <a:r>
              <a:rPr lang="en-US" sz="1100" b="1" i="1" dirty="0"/>
              <a:t>, </a:t>
            </a:r>
            <a:r>
              <a:rPr lang="ru-RU" sz="1100" b="1" i="1" dirty="0"/>
              <a:t>Рабочей скорости </a:t>
            </a:r>
            <a:r>
              <a:rPr lang="en-US" sz="1100" b="1" i="1" dirty="0"/>
              <a:t>SP, </a:t>
            </a:r>
            <a:r>
              <a:rPr lang="ru-RU" sz="1100" b="1" i="1" dirty="0" err="1"/>
              <a:t>Коэффиентов</a:t>
            </a:r>
            <a:r>
              <a:rPr lang="ru-RU" sz="1100" b="1" i="1" dirty="0"/>
              <a:t> дефектных частот </a:t>
            </a:r>
            <a:r>
              <a:rPr lang="en-US" sz="1100" b="1" i="1" dirty="0"/>
              <a:t>BPFO</a:t>
            </a:r>
            <a:r>
              <a:rPr lang="ru-RU" sz="1100" b="1" i="1" dirty="0"/>
              <a:t>,</a:t>
            </a:r>
            <a:r>
              <a:rPr lang="en-US" sz="1100" b="1" i="1" dirty="0" smtClean="0"/>
              <a:t>BPFI</a:t>
            </a:r>
            <a:endParaRPr lang="ru-RU" sz="1100" dirty="0"/>
          </a:p>
        </p:txBody>
      </p:sp>
      <p:sp>
        <p:nvSpPr>
          <p:cNvPr id="12" name="TextBox 11"/>
          <p:cNvSpPr txBox="1"/>
          <p:nvPr/>
        </p:nvSpPr>
        <p:spPr>
          <a:xfrm>
            <a:off x="838200" y="3380305"/>
            <a:ext cx="1838426" cy="430887"/>
          </a:xfrm>
          <a:prstGeom prst="rect">
            <a:avLst/>
          </a:prstGeom>
          <a:noFill/>
        </p:spPr>
        <p:txBody>
          <a:bodyPr wrap="square" rtlCol="0">
            <a:spAutoFit/>
          </a:bodyPr>
          <a:lstStyle/>
          <a:p>
            <a:r>
              <a:rPr lang="ru-RU" sz="1100" b="1" i="1" dirty="0"/>
              <a:t>Определение частоты </a:t>
            </a:r>
            <a:r>
              <a:rPr lang="ru-RU" sz="1100" b="1" i="1" dirty="0" smtClean="0"/>
              <a:t>дискретизации </a:t>
            </a:r>
            <a:endParaRPr lang="ru-RU" sz="1100" dirty="0"/>
          </a:p>
        </p:txBody>
      </p:sp>
      <p:sp>
        <p:nvSpPr>
          <p:cNvPr id="14" name="Прямоугольник 13"/>
          <p:cNvSpPr/>
          <p:nvPr/>
        </p:nvSpPr>
        <p:spPr>
          <a:xfrm>
            <a:off x="838201" y="3380306"/>
            <a:ext cx="1693244" cy="6001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838200" y="4293198"/>
            <a:ext cx="1693245" cy="8085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i="1" dirty="0">
                <a:solidFill>
                  <a:schemeClr val="tx1"/>
                </a:solidFill>
              </a:rPr>
              <a:t>Определение среднеквадратичных значений спектра, временного сигнала, пик </a:t>
            </a:r>
            <a:r>
              <a:rPr lang="ru-RU" sz="1100" b="1" i="1" dirty="0" smtClean="0">
                <a:solidFill>
                  <a:schemeClr val="tx1"/>
                </a:solidFill>
              </a:rPr>
              <a:t>фактора</a:t>
            </a:r>
            <a:endParaRPr lang="ru-RU" dirty="0">
              <a:solidFill>
                <a:schemeClr val="tx1"/>
              </a:solidFill>
            </a:endParaRPr>
          </a:p>
        </p:txBody>
      </p:sp>
      <p:sp>
        <p:nvSpPr>
          <p:cNvPr id="17" name="Прямоугольник 16"/>
          <p:cNvSpPr/>
          <p:nvPr/>
        </p:nvSpPr>
        <p:spPr>
          <a:xfrm>
            <a:off x="838199" y="5361276"/>
            <a:ext cx="1693245" cy="702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p:cNvSpPr txBox="1"/>
          <p:nvPr/>
        </p:nvSpPr>
        <p:spPr>
          <a:xfrm>
            <a:off x="962928" y="5347070"/>
            <a:ext cx="1588970" cy="769441"/>
          </a:xfrm>
          <a:prstGeom prst="rect">
            <a:avLst/>
          </a:prstGeom>
          <a:noFill/>
        </p:spPr>
        <p:txBody>
          <a:bodyPr wrap="square" rtlCol="0">
            <a:spAutoFit/>
          </a:bodyPr>
          <a:lstStyle/>
          <a:p>
            <a:r>
              <a:rPr lang="ru-RU" sz="1100" b="1" i="1" dirty="0"/>
              <a:t>Определение решающих правил для анализа спектра и временного сигнала</a:t>
            </a:r>
            <a:endParaRPr lang="ru-RU" sz="1100" dirty="0"/>
          </a:p>
        </p:txBody>
      </p:sp>
      <p:cxnSp>
        <p:nvCxnSpPr>
          <p:cNvPr id="20" name="Прямая со стрелкой 19"/>
          <p:cNvCxnSpPr>
            <a:endCxn id="11" idx="0"/>
          </p:cNvCxnSpPr>
          <p:nvPr/>
        </p:nvCxnSpPr>
        <p:spPr>
          <a:xfrm flipH="1">
            <a:off x="1757413" y="1680620"/>
            <a:ext cx="2728" cy="186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p:nvPr/>
        </p:nvCxnSpPr>
        <p:spPr>
          <a:xfrm>
            <a:off x="1651533" y="3158782"/>
            <a:ext cx="4010" cy="245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p:cNvCxnSpPr/>
          <p:nvPr/>
        </p:nvCxnSpPr>
        <p:spPr>
          <a:xfrm>
            <a:off x="1661161" y="3980469"/>
            <a:ext cx="0" cy="312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Прямая со стрелкой 36"/>
          <p:cNvCxnSpPr/>
          <p:nvPr/>
        </p:nvCxnSpPr>
        <p:spPr>
          <a:xfrm flipH="1">
            <a:off x="1665170" y="5101720"/>
            <a:ext cx="5617" cy="259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Нашивка 41"/>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45" name="Нашивка 44"/>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46" name="Нашивка 45"/>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47" name="Нашивка 46"/>
          <p:cNvSpPr/>
          <p:nvPr/>
        </p:nvSpPr>
        <p:spPr>
          <a:xfrm>
            <a:off x="5733460" y="6176086"/>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48" name="Нашивка 47"/>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49" name="Нашивка 48"/>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50" name="Прямоугольник 49"/>
          <p:cNvSpPr/>
          <p:nvPr/>
        </p:nvSpPr>
        <p:spPr>
          <a:xfrm>
            <a:off x="654518" y="808867"/>
            <a:ext cx="2319688" cy="5307644"/>
          </a:xfrm>
          <a:prstGeom prst="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Штриховая стрелка вправо 50"/>
          <p:cNvSpPr/>
          <p:nvPr/>
        </p:nvSpPr>
        <p:spPr>
          <a:xfrm>
            <a:off x="3031960" y="2762451"/>
            <a:ext cx="603181" cy="83739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52" name="Объект 51"/>
          <p:cNvGraphicFramePr>
            <a:graphicFrameLocks noChangeAspect="1"/>
          </p:cNvGraphicFramePr>
          <p:nvPr>
            <p:extLst>
              <p:ext uri="{D42A27DB-BD31-4B8C-83A1-F6EECF244321}">
                <p14:modId xmlns:p14="http://schemas.microsoft.com/office/powerpoint/2010/main" val="1548436381"/>
              </p:ext>
            </p:extLst>
          </p:nvPr>
        </p:nvGraphicFramePr>
        <p:xfrm>
          <a:off x="3669634" y="1190500"/>
          <a:ext cx="4475747" cy="4270059"/>
        </p:xfrm>
        <a:graphic>
          <a:graphicData uri="http://schemas.openxmlformats.org/presentationml/2006/ole">
            <mc:AlternateContent xmlns:mc="http://schemas.openxmlformats.org/markup-compatibility/2006">
              <mc:Choice xmlns:v="urn:schemas-microsoft-com:vml" Requires="v">
                <p:oleObj spid="_x0000_s1055" name="Картинка" r:id="rId4" imgW="5940000" imgH="5299200" progId="StaticDib">
                  <p:embed/>
                </p:oleObj>
              </mc:Choice>
              <mc:Fallback>
                <p:oleObj name="Картинка" r:id="rId4" imgW="5940000" imgH="5299200" progId="StaticDib">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69634" y="1190500"/>
                        <a:ext cx="4475747" cy="4270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 name="Штриховая стрелка вправо 52"/>
          <p:cNvSpPr/>
          <p:nvPr/>
        </p:nvSpPr>
        <p:spPr>
          <a:xfrm>
            <a:off x="8166237" y="2764289"/>
            <a:ext cx="564115" cy="837397"/>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4" name="Рисунок 53"/>
          <p:cNvPicPr>
            <a:picLocks noChangeAspect="1"/>
          </p:cNvPicPr>
          <p:nvPr/>
        </p:nvPicPr>
        <p:blipFill>
          <a:blip r:embed="rId6" cstate="print"/>
          <a:stretch>
            <a:fillRect/>
          </a:stretch>
        </p:blipFill>
        <p:spPr>
          <a:xfrm>
            <a:off x="8798293" y="1283077"/>
            <a:ext cx="3234548" cy="1667234"/>
          </a:xfrm>
          <a:prstGeom prst="rect">
            <a:avLst/>
          </a:prstGeom>
        </p:spPr>
      </p:pic>
      <p:pic>
        <p:nvPicPr>
          <p:cNvPr id="55" name="Рисунок 54"/>
          <p:cNvPicPr>
            <a:picLocks noChangeAspect="1"/>
          </p:cNvPicPr>
          <p:nvPr/>
        </p:nvPicPr>
        <p:blipFill>
          <a:blip r:embed="rId7" cstate="print"/>
          <a:stretch>
            <a:fillRect/>
          </a:stretch>
        </p:blipFill>
        <p:spPr>
          <a:xfrm>
            <a:off x="8807918" y="3887330"/>
            <a:ext cx="3234548" cy="1573229"/>
          </a:xfrm>
          <a:prstGeom prst="rect">
            <a:avLst/>
          </a:prstGeom>
        </p:spPr>
      </p:pic>
      <p:sp>
        <p:nvSpPr>
          <p:cNvPr id="56" name="Прямоугольник 55"/>
          <p:cNvSpPr/>
          <p:nvPr/>
        </p:nvSpPr>
        <p:spPr>
          <a:xfrm>
            <a:off x="8730352" y="1190500"/>
            <a:ext cx="3358979" cy="4344026"/>
          </a:xfrm>
          <a:prstGeom prst="rect">
            <a:avLst/>
          </a:prstGeom>
          <a:noFill/>
          <a:ln w="28575">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TextBox 57"/>
          <p:cNvSpPr txBox="1"/>
          <p:nvPr/>
        </p:nvSpPr>
        <p:spPr>
          <a:xfrm>
            <a:off x="9373685" y="761662"/>
            <a:ext cx="2169953" cy="369332"/>
          </a:xfrm>
          <a:prstGeom prst="rect">
            <a:avLst/>
          </a:prstGeom>
          <a:noFill/>
        </p:spPr>
        <p:txBody>
          <a:bodyPr wrap="none" rtlCol="0">
            <a:spAutoFit/>
          </a:bodyPr>
          <a:lstStyle/>
          <a:p>
            <a:r>
              <a:rPr lang="ru-RU" dirty="0" smtClean="0"/>
              <a:t>Результаты анализа </a:t>
            </a:r>
            <a:endParaRPr lang="ru-RU" dirty="0"/>
          </a:p>
        </p:txBody>
      </p:sp>
      <p:sp>
        <p:nvSpPr>
          <p:cNvPr id="59" name="TextBox 58"/>
          <p:cNvSpPr txBox="1"/>
          <p:nvPr/>
        </p:nvSpPr>
        <p:spPr>
          <a:xfrm>
            <a:off x="4822530" y="800984"/>
            <a:ext cx="2177199" cy="369332"/>
          </a:xfrm>
          <a:prstGeom prst="rect">
            <a:avLst/>
          </a:prstGeom>
          <a:noFill/>
        </p:spPr>
        <p:txBody>
          <a:bodyPr wrap="none" rtlCol="0">
            <a:spAutoFit/>
          </a:bodyPr>
          <a:lstStyle/>
          <a:p>
            <a:r>
              <a:rPr lang="ru-RU" dirty="0" smtClean="0"/>
              <a:t>Построение спектра</a:t>
            </a:r>
            <a:endParaRPr lang="ru-RU" dirty="0"/>
          </a:p>
        </p:txBody>
      </p:sp>
      <p:sp>
        <p:nvSpPr>
          <p:cNvPr id="33" name="Нашивка 32"/>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17921125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a:spLocks noGrp="1"/>
          </p:cNvSpPr>
          <p:nvPr>
            <p:ph type="title"/>
          </p:nvPr>
        </p:nvSpPr>
        <p:spPr>
          <a:xfrm>
            <a:off x="279399" y="224011"/>
            <a:ext cx="10515600" cy="741145"/>
          </a:xfrm>
        </p:spPr>
        <p:txBody>
          <a:bodyPr>
            <a:noAutofit/>
          </a:bodyPr>
          <a:lstStyle/>
          <a:p>
            <a:r>
              <a:rPr lang="ru-RU" sz="2400" b="1" dirty="0" smtClean="0"/>
              <a:t>Структура </a:t>
            </a:r>
            <a:r>
              <a:rPr lang="en-US" sz="2400" b="1" dirty="0" smtClean="0"/>
              <a:t>Edge </a:t>
            </a:r>
            <a:r>
              <a:rPr lang="ru-RU" sz="2400" b="1" dirty="0" smtClean="0"/>
              <a:t>сервера основанного на плате </a:t>
            </a:r>
            <a:r>
              <a:rPr lang="en-US" sz="2400" b="1" dirty="0" err="1" smtClean="0"/>
              <a:t>ArduinoYun</a:t>
            </a:r>
            <a:endParaRPr lang="ru-RU" sz="2400" b="1" dirty="0"/>
          </a:p>
        </p:txBody>
      </p:sp>
      <p:grpSp>
        <p:nvGrpSpPr>
          <p:cNvPr id="6" name="Group 1"/>
          <p:cNvGrpSpPr>
            <a:grpSpLocks noChangeAspect="1"/>
          </p:cNvGrpSpPr>
          <p:nvPr/>
        </p:nvGrpSpPr>
        <p:grpSpPr bwMode="auto">
          <a:xfrm>
            <a:off x="546099" y="1570037"/>
            <a:ext cx="5557838" cy="4279900"/>
            <a:chOff x="2931" y="6232"/>
            <a:chExt cx="6539" cy="5036"/>
          </a:xfrm>
        </p:grpSpPr>
        <p:sp>
          <p:nvSpPr>
            <p:cNvPr id="7" name="AutoShape 17"/>
            <p:cNvSpPr>
              <a:spLocks noChangeAspect="1" noChangeArrowheads="1" noTextEdit="1"/>
            </p:cNvSpPr>
            <p:nvPr/>
          </p:nvSpPr>
          <p:spPr bwMode="auto">
            <a:xfrm>
              <a:off x="2931" y="6232"/>
              <a:ext cx="6539" cy="50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Text Box 16"/>
            <p:cNvSpPr txBox="1">
              <a:spLocks noChangeArrowheads="1"/>
            </p:cNvSpPr>
            <p:nvPr/>
          </p:nvSpPr>
          <p:spPr bwMode="auto">
            <a:xfrm>
              <a:off x="3006" y="6313"/>
              <a:ext cx="6317" cy="1675"/>
            </a:xfrm>
            <a:prstGeom prst="rect">
              <a:avLst/>
            </a:prstGeom>
            <a:gradFill rotWithShape="0">
              <a:gsLst>
                <a:gs pos="0">
                  <a:srgbClr val="C2D69B"/>
                </a:gs>
                <a:gs pos="50000">
                  <a:srgbClr val="EAF1DD"/>
                </a:gs>
                <a:gs pos="100000">
                  <a:srgbClr val="C2D69B"/>
                </a:gs>
              </a:gsLst>
              <a:lin ang="18900000" scaled="1"/>
            </a:gradFill>
            <a:ln w="12700">
              <a:solidFill>
                <a:srgbClr val="C2D69B"/>
              </a:solidFill>
              <a:miter lim="800000"/>
              <a:headEnd/>
              <a:tailEnd/>
            </a:ln>
            <a:effectLst>
              <a:outerShdw dist="28398" dir="3806097" algn="ctr" rotWithShape="0">
                <a:srgbClr val="4E6128">
                  <a:alpha val="50000"/>
                </a:srgbClr>
              </a:outerShdw>
            </a:effec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Измерительное устройство</a:t>
              </a: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sp>
          <p:nvSpPr>
            <p:cNvPr id="9" name="Text Box 15"/>
            <p:cNvSpPr txBox="1">
              <a:spLocks noChangeArrowheads="1"/>
            </p:cNvSpPr>
            <p:nvPr/>
          </p:nvSpPr>
          <p:spPr bwMode="auto">
            <a:xfrm>
              <a:off x="3296" y="6809"/>
              <a:ext cx="1304" cy="955"/>
            </a:xfrm>
            <a:prstGeom prst="rect">
              <a:avLst/>
            </a:prstGeom>
            <a:solidFill>
              <a:srgbClr val="FFFFFF"/>
            </a:solidFill>
            <a:ln w="9525">
              <a:miter lim="800000"/>
              <a:headEnd/>
              <a:tailEnd/>
            </a:ln>
            <a:scene3d>
              <a:camera prst="legacyPerspectiveTopRight"/>
              <a:lightRig rig="legacyFlat3" dir="b"/>
            </a:scene3d>
            <a:sp3d extrusionH="887400" prstMaterial="legacyMatte">
              <a:bevelT w="13500" h="13500" prst="angle"/>
              <a:bevelB w="13500" h="13500" prst="angle"/>
              <a:extrusionClr>
                <a:srgbClr val="FFFFFF"/>
              </a:extrusionClr>
              <a:contourClr>
                <a:srgbClr val="FFFFFF"/>
              </a:contourClr>
            </a:sp3d>
          </p:spPr>
          <p:txBody>
            <a:bodyPr vert="horz" wrap="square" lIns="91440" tIns="45720" rIns="91440" bIns="45720" numCol="1" anchor="t" anchorCtr="0" compatLnSpc="1">
              <a:prstTxWarp prst="textNoShape">
                <a:avLst/>
              </a:prstTxWarp>
              <a:flatTx/>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0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Акселерометр</a:t>
              </a:r>
              <a:endParaRPr kumimoji="0" lang="ru-RU" altLang="ru-RU" sz="800" b="0" i="0" u="none" strike="noStrike" cap="none" normalizeH="0" baseline="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RU" sz="10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ADXL345</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0" name="Text Box 14"/>
            <p:cNvSpPr txBox="1">
              <a:spLocks noChangeArrowheads="1"/>
            </p:cNvSpPr>
            <p:nvPr/>
          </p:nvSpPr>
          <p:spPr bwMode="auto">
            <a:xfrm>
              <a:off x="7651" y="6807"/>
              <a:ext cx="1330" cy="959"/>
            </a:xfrm>
            <a:prstGeom prst="rect">
              <a:avLst/>
            </a:prstGeom>
            <a:solidFill>
              <a:srgbClr val="FFFFFF"/>
            </a:solidFill>
            <a:ln w="9525">
              <a:miter lim="800000"/>
              <a:headEnd/>
              <a:tailEnd/>
            </a:ln>
            <a:scene3d>
              <a:camera prst="legacyPerspectiveTopRight"/>
              <a:lightRig rig="legacyFlat3" dir="b"/>
            </a:scene3d>
            <a:sp3d extrusionH="887400" prstMaterial="legacyMatte">
              <a:bevelT w="13500" h="13500" prst="angle"/>
              <a:bevelB w="13500" h="13500" prst="angle"/>
              <a:extrusionClr>
                <a:srgbClr val="FFFFFF"/>
              </a:extrusionClr>
              <a:contourClr>
                <a:srgbClr val="FFFFFF"/>
              </a:contourClr>
            </a:sp3d>
          </p:spPr>
          <p:txBody>
            <a:bodyPr vert="horz" wrap="square" lIns="91440" tIns="45720" rIns="91440" bIns="45720" numCol="1" anchor="t" anchorCtr="0" compatLnSpc="1">
              <a:prstTxWarp prst="textNoShape">
                <a:avLst/>
              </a:prstTxWarp>
              <a:flatTx/>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Сервер устройства</a:t>
              </a:r>
              <a:r>
                <a:rPr kumimoji="0" lang="en-US"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Arduino Yun</a:t>
              </a:r>
              <a:endParaRPr kumimoji="0" lang="en-US" altLang="ru-RU" sz="800" b="0" i="0" u="none" strike="noStrike" cap="none" normalizeH="0" baseline="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(Edge Server)</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1" name="Text Box 13"/>
            <p:cNvSpPr txBox="1">
              <a:spLocks noChangeArrowheads="1"/>
            </p:cNvSpPr>
            <p:nvPr/>
          </p:nvSpPr>
          <p:spPr bwMode="auto">
            <a:xfrm>
              <a:off x="4274" y="8809"/>
              <a:ext cx="5049" cy="2341"/>
            </a:xfrm>
            <a:prstGeom prst="rect">
              <a:avLst/>
            </a:prstGeom>
            <a:gradFill rotWithShape="0">
              <a:gsLst>
                <a:gs pos="0">
                  <a:srgbClr val="95B3D7"/>
                </a:gs>
                <a:gs pos="50000">
                  <a:srgbClr val="DBE5F1"/>
                </a:gs>
                <a:gs pos="100000">
                  <a:srgbClr val="95B3D7"/>
                </a:gs>
              </a:gsLst>
              <a:lin ang="18900000" scaled="1"/>
            </a:gradFill>
            <a:ln w="12700">
              <a:solidFill>
                <a:srgbClr val="95B3D7"/>
              </a:solidFill>
              <a:miter lim="800000"/>
              <a:headEnd/>
              <a:tailEnd/>
            </a:ln>
            <a:effectLst>
              <a:outerShdw dist="28398" dir="3806097" algn="ctr" rotWithShape="0">
                <a:srgbClr val="243F60">
                  <a:alpha val="50000"/>
                </a:srgbClr>
              </a:outerShdw>
            </a:effec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Облачная служба </a:t>
              </a:r>
              <a:r>
                <a:rPr kumimoji="0" lang="en-US" altLang="ru-RU"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SAP HCP IoT</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2" name="Text Box 12"/>
            <p:cNvSpPr txBox="1">
              <a:spLocks noChangeArrowheads="1"/>
            </p:cNvSpPr>
            <p:nvPr/>
          </p:nvSpPr>
          <p:spPr bwMode="auto">
            <a:xfrm>
              <a:off x="7545" y="9652"/>
              <a:ext cx="1565" cy="1300"/>
            </a:xfrm>
            <a:prstGeom prst="rect">
              <a:avLst/>
            </a:prstGeom>
            <a:gradFill rotWithShape="0">
              <a:gsLst>
                <a:gs pos="0">
                  <a:srgbClr val="FABF8F"/>
                </a:gs>
                <a:gs pos="50000">
                  <a:srgbClr val="FDE9D9"/>
                </a:gs>
                <a:gs pos="100000">
                  <a:srgbClr val="FABF8F"/>
                </a:gs>
              </a:gsLst>
              <a:lin ang="18900000" scaled="1"/>
            </a:gradFill>
            <a:ln w="12700">
              <a:solidFill>
                <a:srgbClr val="FABF8F"/>
              </a:solidFill>
              <a:miter lim="800000"/>
              <a:headEnd/>
              <a:tailEnd/>
            </a:ln>
            <a:effectLst>
              <a:outerShdw dist="28398" dir="3806097" algn="ctr" rotWithShape="0">
                <a:srgbClr val="974706">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Служба </a:t>
              </a:r>
              <a:r>
                <a:rPr kumimoji="0" lang="en-US"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MMS </a:t>
              </a:r>
              <a:endParaRPr kumimoji="0" lang="en-US" altLang="ru-RU" sz="800" b="0" i="0" u="none" strike="noStrike" cap="none" normalizeH="0" baseline="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(служба данных, служба PUSH, служба подтверждения, обработчики входящих сообщений)</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3" name="AutoShape 11"/>
            <p:cNvSpPr>
              <a:spLocks noChangeArrowheads="1"/>
            </p:cNvSpPr>
            <p:nvPr/>
          </p:nvSpPr>
          <p:spPr bwMode="auto">
            <a:xfrm>
              <a:off x="4656" y="6951"/>
              <a:ext cx="2937" cy="669"/>
            </a:xfrm>
            <a:prstGeom prst="leftRightArrow">
              <a:avLst>
                <a:gd name="adj1" fmla="val 61954"/>
                <a:gd name="adj2" fmla="val 58860"/>
              </a:avLst>
            </a:prstGeom>
            <a:gradFill rotWithShape="0">
              <a:gsLst>
                <a:gs pos="0">
                  <a:srgbClr val="D99594"/>
                </a:gs>
                <a:gs pos="50000">
                  <a:srgbClr val="F2DBDB"/>
                </a:gs>
                <a:gs pos="100000">
                  <a:srgbClr val="D99594"/>
                </a:gs>
              </a:gsLst>
              <a:lin ang="18900000" scaled="1"/>
            </a:gradFill>
            <a:ln w="12700">
              <a:solidFill>
                <a:srgbClr val="D99594"/>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0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Интерфейс </a:t>
              </a:r>
              <a:endParaRPr kumimoji="0" lang="ru-RU" altLang="ru-RU" sz="800" b="0" i="0" u="none" strike="noStrike" cap="none" normalizeH="0" baseline="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I2C </a:t>
              </a:r>
              <a:endParaRPr kumimoji="0" lang="en-US" altLang="ru-RU"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4" name="AutoShape 10"/>
            <p:cNvSpPr>
              <a:spLocks noChangeArrowheads="1"/>
            </p:cNvSpPr>
            <p:nvPr/>
          </p:nvSpPr>
          <p:spPr bwMode="auto">
            <a:xfrm rot="16200000">
              <a:off x="7392" y="8227"/>
              <a:ext cx="1888" cy="961"/>
            </a:xfrm>
            <a:prstGeom prst="leftRightArrow">
              <a:avLst>
                <a:gd name="adj1" fmla="val 63481"/>
                <a:gd name="adj2" fmla="val 38710"/>
              </a:avLst>
            </a:prstGeom>
            <a:gradFill rotWithShape="0">
              <a:gsLst>
                <a:gs pos="0">
                  <a:srgbClr val="D99594"/>
                </a:gs>
                <a:gs pos="50000">
                  <a:srgbClr val="F2DBDB"/>
                </a:gs>
                <a:gs pos="100000">
                  <a:srgbClr val="D99594"/>
                </a:gs>
              </a:gsLst>
              <a:lin ang="18900000" scaled="1"/>
            </a:gradFill>
            <a:ln w="12700">
              <a:solidFill>
                <a:srgbClr val="D99594"/>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000" b="1"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Сообщения</a:t>
              </a:r>
              <a:endParaRPr kumimoji="0" lang="ru-RU" altLang="ru-RU"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RU" sz="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(HTTP)</a:t>
              </a:r>
              <a:endParaRPr kumimoji="0" lang="ru-RU" altLang="ru-RU" sz="8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ru-RU" altLang="ru-RU" sz="800" dirty="0" smtClean="0">
                  <a:latin typeface="Calibri" panose="020F0502020204030204" pitchFamily="34" charset="0"/>
                  <a:cs typeface="Times New Roman" panose="02020603050405020304" pitchFamily="18" charset="0"/>
                </a:rPr>
                <a:t>через</a:t>
              </a:r>
              <a:endParaRPr kumimoji="0" lang="en-US" altLang="ru-RU" sz="1800" b="0" i="0" u="none" strike="noStrike" cap="none" normalizeH="0" baseline="0" dirty="0" smtClean="0">
                <a:ln>
                  <a:noFill/>
                </a:ln>
                <a:solidFill>
                  <a:schemeClr val="tx1"/>
                </a:solidFill>
                <a:effectLst/>
                <a:latin typeface="Arial" panose="020B0604020202020204" pitchFamily="34" charset="0"/>
              </a:endParaRPr>
            </a:p>
          </p:txBody>
        </p:sp>
        <p:sp>
          <p:nvSpPr>
            <p:cNvPr id="15" name="AutoShape 9"/>
            <p:cNvSpPr>
              <a:spLocks noChangeArrowheads="1"/>
            </p:cNvSpPr>
            <p:nvPr/>
          </p:nvSpPr>
          <p:spPr bwMode="auto">
            <a:xfrm>
              <a:off x="4656" y="10190"/>
              <a:ext cx="1248" cy="939"/>
            </a:xfrm>
            <a:prstGeom prst="flowChartMagneticDisk">
              <a:avLst/>
            </a:prstGeom>
            <a:gradFill rotWithShape="0">
              <a:gsLst>
                <a:gs pos="0">
                  <a:srgbClr val="92CDDC"/>
                </a:gs>
                <a:gs pos="50000">
                  <a:srgbClr val="DAEEF3"/>
                </a:gs>
                <a:gs pos="100000">
                  <a:srgbClr val="92CDDC"/>
                </a:gs>
              </a:gsLst>
              <a:lin ang="18900000" scaled="1"/>
            </a:gradFill>
            <a:ln w="12700">
              <a:solidFill>
                <a:srgbClr val="92CDDC"/>
              </a:solidFill>
              <a:round/>
              <a:headEnd/>
              <a:tailEnd/>
            </a:ln>
            <a:effectLst>
              <a:outerShdw dist="28398" dir="3806097" algn="ctr" rotWithShape="0">
                <a:srgbClr val="205867">
                  <a:alpha val="50000"/>
                </a:srgbClr>
              </a:outerShdw>
            </a:effectLst>
          </p:spPr>
          <p:txBody>
            <a:bodyPr vert="horz" wrap="square" lIns="18000" tIns="10800" rIns="18000" bIns="1080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База</a:t>
              </a:r>
              <a:r>
                <a:rPr kumimoji="0" lang="en-US"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данных</a:t>
              </a:r>
              <a:endParaRPr kumimoji="0" lang="en-US" altLang="ru-RU" sz="800" b="0" i="0" u="none" strike="noStrike" cap="none" normalizeH="0" baseline="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(SAP HANA, SAP Max DB, SAP ASE)</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6" name="Text Box 8"/>
            <p:cNvSpPr txBox="1">
              <a:spLocks noChangeArrowheads="1"/>
            </p:cNvSpPr>
            <p:nvPr/>
          </p:nvSpPr>
          <p:spPr bwMode="auto">
            <a:xfrm>
              <a:off x="3006" y="9280"/>
              <a:ext cx="1111" cy="605"/>
            </a:xfrm>
            <a:prstGeom prst="rect">
              <a:avLst/>
            </a:prstGeom>
            <a:gradFill rotWithShape="0">
              <a:gsLst>
                <a:gs pos="0">
                  <a:srgbClr val="666666"/>
                </a:gs>
                <a:gs pos="50000">
                  <a:srgbClr val="CCCCCC"/>
                </a:gs>
                <a:gs pos="100000">
                  <a:srgbClr val="666666"/>
                </a:gs>
              </a:gsLst>
              <a:lin ang="18900000" scaled="1"/>
            </a:gradFill>
            <a:ln w="12700">
              <a:solidFill>
                <a:srgbClr val="666666"/>
              </a:solidFill>
              <a:miter lim="800000"/>
              <a:headEnd/>
              <a:tailEnd/>
            </a:ln>
            <a:effectLst>
              <a:outerShdw dist="28398" dir="3806097" algn="ctr" rotWithShape="0">
                <a:srgbClr val="7F7F7F">
                  <a:alpha val="50000"/>
                </a:srgbClr>
              </a:outerShdw>
            </a:effectLst>
          </p:spPr>
          <p:txBody>
            <a:bodyPr vert="horz" wrap="square" lIns="18000" tIns="45720" rIns="1800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Пользователь</a:t>
              </a: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sp>
          <p:nvSpPr>
            <p:cNvPr id="17" name="Text Box 7"/>
            <p:cNvSpPr txBox="1">
              <a:spLocks noChangeArrowheads="1"/>
            </p:cNvSpPr>
            <p:nvPr/>
          </p:nvSpPr>
          <p:spPr bwMode="auto">
            <a:xfrm>
              <a:off x="4600" y="9152"/>
              <a:ext cx="1248" cy="733"/>
            </a:xfrm>
            <a:prstGeom prst="rect">
              <a:avLst/>
            </a:prstGeom>
            <a:gradFill rotWithShape="0">
              <a:gsLst>
                <a:gs pos="0">
                  <a:srgbClr val="FABF8F"/>
                </a:gs>
                <a:gs pos="50000">
                  <a:srgbClr val="FDE9D9"/>
                </a:gs>
                <a:gs pos="100000">
                  <a:srgbClr val="FABF8F"/>
                </a:gs>
              </a:gsLst>
              <a:lin ang="18900000" scaled="1"/>
            </a:gradFill>
            <a:ln w="12700">
              <a:solidFill>
                <a:srgbClr val="FABF8F"/>
              </a:solidFill>
              <a:miter lim="800000"/>
              <a:headEnd/>
              <a:tailEnd/>
            </a:ln>
            <a:effectLst>
              <a:outerShdw dist="28398" dir="3806097" algn="ctr" rotWithShape="0">
                <a:srgbClr val="974706">
                  <a:alpha val="50000"/>
                </a:srgbClr>
              </a:outerShdw>
            </a:effectLst>
          </p:spPr>
          <p:txBody>
            <a:bodyPr vert="horz" wrap="square" lIns="18000" tIns="45720" rIns="1800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Приложение </a:t>
              </a:r>
              <a:r>
                <a:rPr kumimoji="0" lang="en-US" altLang="ru-RU" sz="1100" b="1"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IoT</a:t>
              </a:r>
              <a:r>
                <a:rPr kumimoji="0" lang="en-US" altLang="ru-RU"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(интерфейс)</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18" name="AutoShape 6"/>
            <p:cNvSpPr>
              <a:spLocks noChangeArrowheads="1"/>
            </p:cNvSpPr>
            <p:nvPr/>
          </p:nvSpPr>
          <p:spPr bwMode="auto">
            <a:xfrm>
              <a:off x="5904" y="10382"/>
              <a:ext cx="1601" cy="570"/>
            </a:xfrm>
            <a:prstGeom prst="leftArrow">
              <a:avLst>
                <a:gd name="adj1" fmla="val 66407"/>
                <a:gd name="adj2" fmla="val 47710"/>
              </a:avLst>
            </a:prstGeom>
            <a:gradFill rotWithShape="0">
              <a:gsLst>
                <a:gs pos="0">
                  <a:srgbClr val="B2A1C7"/>
                </a:gs>
                <a:gs pos="50000">
                  <a:srgbClr val="E5DFEC"/>
                </a:gs>
                <a:gs pos="100000">
                  <a:srgbClr val="B2A1C7"/>
                </a:gs>
              </a:gsLst>
              <a:lin ang="18900000" scaled="1"/>
            </a:gradFill>
            <a:ln w="12700">
              <a:solidFill>
                <a:srgbClr val="B2A1C7"/>
              </a:solidFill>
              <a:miter lim="800000"/>
              <a:headEnd/>
              <a:tailEnd/>
            </a:ln>
            <a:effectLst>
              <a:outerShdw dist="28398" dir="3806097" algn="ctr" rotWithShape="0">
                <a:srgbClr val="3F3151">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Сохранение сообщений</a:t>
              </a: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sp>
          <p:nvSpPr>
            <p:cNvPr id="19" name="AutoShape 5"/>
            <p:cNvSpPr>
              <a:spLocks noChangeArrowheads="1"/>
            </p:cNvSpPr>
            <p:nvPr/>
          </p:nvSpPr>
          <p:spPr bwMode="auto">
            <a:xfrm rot="16200000" flipH="1">
              <a:off x="5056" y="9998"/>
              <a:ext cx="420" cy="290"/>
            </a:xfrm>
            <a:prstGeom prst="leftArrow">
              <a:avLst>
                <a:gd name="adj1" fmla="val 60417"/>
                <a:gd name="adj2" fmla="val 46204"/>
              </a:avLst>
            </a:prstGeom>
            <a:gradFill rotWithShape="0">
              <a:gsLst>
                <a:gs pos="0">
                  <a:srgbClr val="B2A1C7"/>
                </a:gs>
                <a:gs pos="50000">
                  <a:srgbClr val="E5DFEC"/>
                </a:gs>
                <a:gs pos="100000">
                  <a:srgbClr val="B2A1C7"/>
                </a:gs>
              </a:gsLst>
              <a:lin ang="18900000" scaled="1"/>
            </a:gradFill>
            <a:ln w="12700">
              <a:solidFill>
                <a:srgbClr val="B2A1C7"/>
              </a:solidFill>
              <a:miter lim="800000"/>
              <a:headEnd/>
              <a:tailEnd/>
            </a:ln>
            <a:effectLst>
              <a:outerShdw dist="28398" dir="3806097" algn="ctr" rotWithShape="0">
                <a:srgbClr val="3F3151">
                  <a:alpha val="50000"/>
                </a:srgbClr>
              </a:outerShdw>
            </a:effectLst>
          </p:spPr>
          <p:txBody>
            <a:bodyPr vert="horz" wrap="square" lIns="91440" tIns="45720" rIns="91440" bIns="45720" numCol="1" anchor="t" anchorCtr="0" compatLnSpc="1">
              <a:prstTxWarp prst="textNoShape">
                <a:avLst/>
              </a:prstTxWarp>
            </a:bodyPr>
            <a:lstStyle/>
            <a:p>
              <a:endParaRPr lang="ru-RU"/>
            </a:p>
          </p:txBody>
        </p:sp>
        <p:sp>
          <p:nvSpPr>
            <p:cNvPr id="20" name="AutoShape 4"/>
            <p:cNvSpPr>
              <a:spLocks noChangeArrowheads="1"/>
            </p:cNvSpPr>
            <p:nvPr/>
          </p:nvSpPr>
          <p:spPr bwMode="auto">
            <a:xfrm flipH="1">
              <a:off x="4144" y="9481"/>
              <a:ext cx="456" cy="171"/>
            </a:xfrm>
            <a:prstGeom prst="leftArrow">
              <a:avLst>
                <a:gd name="adj1" fmla="val 66407"/>
                <a:gd name="adj2" fmla="val 49333"/>
              </a:avLst>
            </a:prstGeom>
            <a:gradFill rotWithShape="0">
              <a:gsLst>
                <a:gs pos="0">
                  <a:srgbClr val="D99594"/>
                </a:gs>
                <a:gs pos="50000">
                  <a:srgbClr val="F2DBDB"/>
                </a:gs>
                <a:gs pos="100000">
                  <a:srgbClr val="D99594"/>
                </a:gs>
              </a:gsLst>
              <a:lin ang="18900000" scaled="1"/>
            </a:gradFill>
            <a:ln w="12700">
              <a:solidFill>
                <a:srgbClr val="D99594"/>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endParaRPr lang="ru-RU"/>
            </a:p>
          </p:txBody>
        </p:sp>
        <p:sp>
          <p:nvSpPr>
            <p:cNvPr id="21" name="AutoShape 3"/>
            <p:cNvSpPr>
              <a:spLocks noChangeArrowheads="1"/>
            </p:cNvSpPr>
            <p:nvPr/>
          </p:nvSpPr>
          <p:spPr bwMode="auto">
            <a:xfrm>
              <a:off x="5848" y="9402"/>
              <a:ext cx="1697" cy="723"/>
            </a:xfrm>
            <a:prstGeom prst="leftRightArrow">
              <a:avLst>
                <a:gd name="adj1" fmla="val 61954"/>
                <a:gd name="adj2" fmla="val 31469"/>
              </a:avLst>
            </a:prstGeom>
            <a:gradFill rotWithShape="0">
              <a:gsLst>
                <a:gs pos="0">
                  <a:srgbClr val="B2A1C7"/>
                </a:gs>
                <a:gs pos="50000">
                  <a:srgbClr val="E5DFEC"/>
                </a:gs>
                <a:gs pos="100000">
                  <a:srgbClr val="B2A1C7"/>
                </a:gs>
              </a:gsLst>
              <a:lin ang="18900000" scaled="1"/>
            </a:gradFill>
            <a:ln w="12700">
              <a:solidFill>
                <a:srgbClr val="B2A1C7"/>
              </a:solidFill>
              <a:miter lim="800000"/>
              <a:headEnd/>
              <a:tailEnd/>
            </a:ln>
            <a:effectLst>
              <a:outerShdw dist="28398" dir="3806097" algn="ctr" rotWithShape="0">
                <a:srgbClr val="3F3151">
                  <a:alpha val="50000"/>
                </a:srgbClr>
              </a:outerShdw>
            </a:effectLst>
          </p:spPr>
          <p:txBody>
            <a:bodyPr vert="horz" wrap="square" lIns="18000" tIns="36000" rIns="18000" bIns="3600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7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Отправка </a:t>
              </a:r>
              <a:r>
                <a:rPr kumimoji="0" lang="en-US" altLang="ru-RU" sz="7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PUSH-сообщений устройству и получение сообщений</a:t>
              </a:r>
              <a:endParaRPr kumimoji="0" lang="en-US" altLang="ru-RU" sz="1800" b="0" i="0" u="none" strike="noStrike" cap="none" normalizeH="0" baseline="0" smtClean="0">
                <a:ln>
                  <a:noFill/>
                </a:ln>
                <a:solidFill>
                  <a:schemeClr val="tx1"/>
                </a:solidFill>
                <a:effectLst/>
                <a:latin typeface="Arial" panose="020B0604020202020204" pitchFamily="34" charset="0"/>
              </a:endParaRPr>
            </a:p>
          </p:txBody>
        </p:sp>
        <p:sp>
          <p:nvSpPr>
            <p:cNvPr id="22" name="AutoShape 2"/>
            <p:cNvSpPr>
              <a:spLocks/>
            </p:cNvSpPr>
            <p:nvPr/>
          </p:nvSpPr>
          <p:spPr bwMode="auto">
            <a:xfrm>
              <a:off x="4274" y="9933"/>
              <a:ext cx="632" cy="383"/>
            </a:xfrm>
            <a:prstGeom prst="callout2">
              <a:avLst>
                <a:gd name="adj1" fmla="val 35157"/>
                <a:gd name="adj2" fmla="val 114185"/>
                <a:gd name="adj3" fmla="val 35157"/>
                <a:gd name="adj4" fmla="val 127069"/>
                <a:gd name="adj5" fmla="val 52537"/>
                <a:gd name="adj6" fmla="val 14019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ru-RU" altLang="ru-RU" sz="8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Получение сообщений</a:t>
              </a:r>
              <a:endParaRPr kumimoji="0" lang="ru-RU" altLang="ru-RU" sz="1800" b="0" i="0" u="none" strike="noStrike" cap="none" normalizeH="0" baseline="0" smtClean="0">
                <a:ln>
                  <a:noFill/>
                </a:ln>
                <a:solidFill>
                  <a:schemeClr val="tx1"/>
                </a:solidFill>
                <a:effectLst/>
                <a:latin typeface="Arial" panose="020B0604020202020204" pitchFamily="34" charset="0"/>
              </a:endParaRPr>
            </a:p>
          </p:txBody>
        </p:sp>
      </p:grpSp>
      <p:pic>
        <p:nvPicPr>
          <p:cNvPr id="23" name="Рисунок 22" descr="https://cdn-learn.adafruit.com/guides/images/000/000/247/medium800/2013_03_24_IMG_1453-1024.jpg?1448301223"/>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a:off x="1186346" y="2562511"/>
            <a:ext cx="448310" cy="353060"/>
          </a:xfrm>
          <a:prstGeom prst="rect">
            <a:avLst/>
          </a:prstGeom>
          <a:noFill/>
          <a:ln>
            <a:noFill/>
          </a:ln>
        </p:spPr>
      </p:pic>
      <p:pic>
        <p:nvPicPr>
          <p:cNvPr id="24" name="Рисунок 2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11873" y="1655484"/>
            <a:ext cx="641985" cy="469900"/>
          </a:xfrm>
          <a:prstGeom prst="rect">
            <a:avLst/>
          </a:prstGeom>
          <a:noFill/>
          <a:ln>
            <a:noFill/>
          </a:ln>
        </p:spPr>
      </p:pic>
      <p:pic>
        <p:nvPicPr>
          <p:cNvPr id="25" name="Рисунок 24" descr="C:\Users\Кирилл\Desktop\схема подключения.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99164" y="2337300"/>
            <a:ext cx="5465764" cy="2747035"/>
          </a:xfrm>
          <a:prstGeom prst="rect">
            <a:avLst/>
          </a:prstGeom>
          <a:noFill/>
          <a:ln>
            <a:noFill/>
          </a:ln>
        </p:spPr>
      </p:pic>
      <p:sp>
        <p:nvSpPr>
          <p:cNvPr id="26" name="Нашивка 25"/>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27" name="Нашивка 26"/>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28" name="Нашивка 27"/>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29" name="Нашивка 28"/>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30" name="Нашивка 29"/>
          <p:cNvSpPr/>
          <p:nvPr/>
        </p:nvSpPr>
        <p:spPr>
          <a:xfrm>
            <a:off x="7437539" y="6184233"/>
            <a:ext cx="1607419" cy="644892"/>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31" name="Нашивка 30"/>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32" name="Нашивка 31"/>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4006772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a:spLocks noGrp="1"/>
          </p:cNvSpPr>
          <p:nvPr>
            <p:ph type="title"/>
          </p:nvPr>
        </p:nvSpPr>
        <p:spPr>
          <a:xfrm>
            <a:off x="318186" y="-131079"/>
            <a:ext cx="10515600" cy="741145"/>
          </a:xfrm>
        </p:spPr>
        <p:txBody>
          <a:bodyPr>
            <a:noAutofit/>
          </a:bodyPr>
          <a:lstStyle/>
          <a:p>
            <a:r>
              <a:rPr lang="ru-RU" sz="2400" b="1" dirty="0" smtClean="0"/>
              <a:t>Диаграмма состояния обмена сообщениями</a:t>
            </a:r>
            <a:r>
              <a:rPr lang="en-US" sz="2400" b="1" dirty="0" smtClean="0"/>
              <a:t> </a:t>
            </a:r>
            <a:r>
              <a:rPr lang="ru-RU" sz="2400" b="1" dirty="0" smtClean="0"/>
              <a:t>показаний вибрации с </a:t>
            </a:r>
            <a:r>
              <a:rPr lang="en-US" sz="2400" b="1" dirty="0" smtClean="0"/>
              <a:t>Edge </a:t>
            </a:r>
            <a:r>
              <a:rPr lang="ru-RU" sz="2400" b="1" dirty="0" smtClean="0"/>
              <a:t>сервера</a:t>
            </a:r>
            <a:endParaRPr lang="ru-RU" sz="2400" b="1" dirty="0"/>
          </a:p>
        </p:txBody>
      </p:sp>
      <p:pic>
        <p:nvPicPr>
          <p:cNvPr id="2" name="Рисунок 1"/>
          <p:cNvPicPr>
            <a:picLocks noChangeAspect="1"/>
          </p:cNvPicPr>
          <p:nvPr/>
        </p:nvPicPr>
        <p:blipFill>
          <a:blip r:embed="rId3"/>
          <a:stretch>
            <a:fillRect/>
          </a:stretch>
        </p:blipFill>
        <p:spPr>
          <a:xfrm>
            <a:off x="2742107" y="565383"/>
            <a:ext cx="6303245" cy="5412699"/>
          </a:xfrm>
          <a:prstGeom prst="rect">
            <a:avLst/>
          </a:prstGeom>
        </p:spPr>
      </p:pic>
      <p:sp>
        <p:nvSpPr>
          <p:cNvPr id="34" name="Нашивка 33"/>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35" name="Нашивка 34"/>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36" name="Нашивка 35"/>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38" name="Нашивка 37"/>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39" name="Нашивка 38"/>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40" name="Нашивка 39"/>
          <p:cNvSpPr/>
          <p:nvPr/>
        </p:nvSpPr>
        <p:spPr>
          <a:xfrm>
            <a:off x="10584581"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41" name="Нашивка 40"/>
          <p:cNvSpPr/>
          <p:nvPr/>
        </p:nvSpPr>
        <p:spPr>
          <a:xfrm>
            <a:off x="9011060" y="6176086"/>
            <a:ext cx="1607419" cy="644892"/>
          </a:xfrm>
          <a:prstGeom prst="chevro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extLst>
      <p:ext uri="{BB962C8B-B14F-4D97-AF65-F5344CB8AC3E}">
        <p14:creationId xmlns:p14="http://schemas.microsoft.com/office/powerpoint/2010/main" val="9343716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p:cNvSpPr txBox="1">
            <a:spLocks/>
          </p:cNvSpPr>
          <p:nvPr/>
        </p:nvSpPr>
        <p:spPr>
          <a:xfrm>
            <a:off x="520700" y="135621"/>
            <a:ext cx="10515600" cy="74114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smtClean="0"/>
              <a:t>Настройка </a:t>
            </a:r>
            <a:r>
              <a:rPr lang="en-US" sz="2400" b="1" dirty="0" smtClean="0"/>
              <a:t>HTTP</a:t>
            </a:r>
            <a:r>
              <a:rPr lang="ru-RU" sz="2400" b="1" dirty="0" smtClean="0"/>
              <a:t> </a:t>
            </a:r>
            <a:r>
              <a:rPr lang="en-US" sz="2400" b="1" dirty="0" smtClean="0"/>
              <a:t>POST </a:t>
            </a:r>
            <a:r>
              <a:rPr lang="ru-RU" sz="2400" b="1" dirty="0" smtClean="0"/>
              <a:t>запроса значений </a:t>
            </a:r>
            <a:r>
              <a:rPr lang="ru-RU" sz="2400" b="1" dirty="0"/>
              <a:t>амплитуд вибраций по осям </a:t>
            </a:r>
            <a:r>
              <a:rPr lang="en-US" sz="2400" b="1" dirty="0"/>
              <a:t>X</a:t>
            </a:r>
            <a:r>
              <a:rPr lang="ru-RU" sz="2400" b="1" dirty="0"/>
              <a:t>, </a:t>
            </a:r>
            <a:r>
              <a:rPr lang="en-US" sz="2400" b="1" dirty="0"/>
              <a:t>Y</a:t>
            </a:r>
            <a:r>
              <a:rPr lang="ru-RU" sz="2400" b="1" dirty="0"/>
              <a:t>, </a:t>
            </a:r>
            <a:r>
              <a:rPr lang="en-US" sz="2400" b="1" dirty="0"/>
              <a:t>Z </a:t>
            </a:r>
            <a:r>
              <a:rPr lang="ru-RU" sz="2400" b="1" dirty="0"/>
              <a:t>(</a:t>
            </a:r>
            <a:r>
              <a:rPr lang="en-US" sz="2400" b="1" i="1" dirty="0" err="1"/>
              <a:t>GetAvrVibrationValue</a:t>
            </a:r>
            <a:r>
              <a:rPr lang="ru-RU" sz="2400" b="1" dirty="0"/>
              <a:t>)</a:t>
            </a:r>
          </a:p>
        </p:txBody>
      </p:sp>
      <p:pic>
        <p:nvPicPr>
          <p:cNvPr id="8" name="Рисунок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700" y="898525"/>
            <a:ext cx="6057900" cy="2880018"/>
          </a:xfrm>
          <a:prstGeom prst="rect">
            <a:avLst/>
          </a:prstGeom>
          <a:noFill/>
          <a:ln>
            <a:noFill/>
          </a:ln>
        </p:spPr>
      </p:pic>
      <p:pic>
        <p:nvPicPr>
          <p:cNvPr id="17" name="Рисунок 16"/>
          <p:cNvPicPr>
            <a:picLocks noChangeAspect="1"/>
          </p:cNvPicPr>
          <p:nvPr/>
        </p:nvPicPr>
        <p:blipFill>
          <a:blip r:embed="rId4"/>
          <a:stretch>
            <a:fillRect/>
          </a:stretch>
        </p:blipFill>
        <p:spPr>
          <a:xfrm>
            <a:off x="6938062" y="1428457"/>
            <a:ext cx="4945276" cy="2350086"/>
          </a:xfrm>
          <a:prstGeom prst="rect">
            <a:avLst/>
          </a:prstGeom>
        </p:spPr>
      </p:pic>
      <p:sp>
        <p:nvSpPr>
          <p:cNvPr id="18" name="TextBox 17"/>
          <p:cNvSpPr txBox="1"/>
          <p:nvPr/>
        </p:nvSpPr>
        <p:spPr>
          <a:xfrm>
            <a:off x="6887262" y="1043250"/>
            <a:ext cx="3124200" cy="369332"/>
          </a:xfrm>
          <a:prstGeom prst="rect">
            <a:avLst/>
          </a:prstGeom>
          <a:noFill/>
        </p:spPr>
        <p:txBody>
          <a:bodyPr wrap="square" rtlCol="0">
            <a:spAutoFit/>
          </a:bodyPr>
          <a:lstStyle/>
          <a:p>
            <a:r>
              <a:rPr lang="ru-RU" dirty="0" smtClean="0"/>
              <a:t>Тип сообщения</a:t>
            </a:r>
            <a:endParaRPr lang="ru-RU" dirty="0"/>
          </a:p>
        </p:txBody>
      </p:sp>
      <p:sp>
        <p:nvSpPr>
          <p:cNvPr id="23" name="TextBox 22"/>
          <p:cNvSpPr txBox="1"/>
          <p:nvPr/>
        </p:nvSpPr>
        <p:spPr>
          <a:xfrm>
            <a:off x="520700" y="4244701"/>
            <a:ext cx="14020800" cy="923330"/>
          </a:xfrm>
          <a:prstGeom prst="rect">
            <a:avLst/>
          </a:prstGeom>
          <a:noFill/>
        </p:spPr>
        <p:txBody>
          <a:bodyPr wrap="square" rtlCol="0">
            <a:spAutoFit/>
          </a:bodyPr>
          <a:lstStyle/>
          <a:p>
            <a:r>
              <a:rPr lang="en-US" dirty="0"/>
              <a:t>https://iotmmsp1941889917trial.hanatrial.ondemand.com/com.sap.iotservices.mms/v1/api/http/data/</a:t>
            </a:r>
          </a:p>
          <a:p>
            <a:r>
              <a:rPr lang="en-US" dirty="0" smtClean="0">
                <a:solidFill>
                  <a:srgbClr val="FF0000"/>
                </a:solidFill>
              </a:rPr>
              <a:t>d70fbdef-­‐dba4-­‐4f59-­‐85eb­‐</a:t>
            </a:r>
            <a:r>
              <a:rPr lang="en-US" dirty="0">
                <a:solidFill>
                  <a:srgbClr val="FF0000"/>
                </a:solidFill>
              </a:rPr>
              <a:t>-</a:t>
            </a:r>
            <a:r>
              <a:rPr lang="en-US" dirty="0" smtClean="0">
                <a:solidFill>
                  <a:srgbClr val="FF0000"/>
                </a:solidFill>
              </a:rPr>
              <a:t>9e8131582b3c</a:t>
            </a:r>
            <a:r>
              <a:rPr lang="ru-RU" dirty="0" smtClean="0">
                <a:solidFill>
                  <a:srgbClr val="FF0000"/>
                </a:solidFill>
              </a:rPr>
              <a:t>(</a:t>
            </a:r>
            <a:r>
              <a:rPr lang="en-US" dirty="0" smtClean="0">
                <a:solidFill>
                  <a:srgbClr val="FF0000"/>
                </a:solidFill>
              </a:rPr>
              <a:t>ID </a:t>
            </a:r>
            <a:r>
              <a:rPr lang="ru-RU" dirty="0" smtClean="0">
                <a:solidFill>
                  <a:srgbClr val="FF0000"/>
                </a:solidFill>
              </a:rPr>
              <a:t>Устройства)</a:t>
            </a:r>
            <a:endParaRPr lang="en-US" dirty="0">
              <a:solidFill>
                <a:srgbClr val="FF0000"/>
              </a:solidFill>
            </a:endParaRPr>
          </a:p>
          <a:p>
            <a:endParaRPr lang="ru-RU" dirty="0"/>
          </a:p>
        </p:txBody>
      </p:sp>
      <p:sp>
        <p:nvSpPr>
          <p:cNvPr id="24" name="TextBox 23"/>
          <p:cNvSpPr txBox="1"/>
          <p:nvPr/>
        </p:nvSpPr>
        <p:spPr>
          <a:xfrm>
            <a:off x="520700" y="3875369"/>
            <a:ext cx="1115370" cy="369332"/>
          </a:xfrm>
          <a:prstGeom prst="rect">
            <a:avLst/>
          </a:prstGeom>
          <a:noFill/>
        </p:spPr>
        <p:txBody>
          <a:bodyPr wrap="none" rtlCol="0">
            <a:spAutoFit/>
          </a:bodyPr>
          <a:lstStyle/>
          <a:p>
            <a:r>
              <a:rPr lang="en-US" b="1" dirty="0" smtClean="0"/>
              <a:t>URL POST</a:t>
            </a:r>
            <a:endParaRPr lang="ru-RU" b="1" dirty="0"/>
          </a:p>
        </p:txBody>
      </p:sp>
      <p:sp>
        <p:nvSpPr>
          <p:cNvPr id="25" name="TextBox 24"/>
          <p:cNvSpPr txBox="1"/>
          <p:nvPr/>
        </p:nvSpPr>
        <p:spPr>
          <a:xfrm>
            <a:off x="520700" y="4798699"/>
            <a:ext cx="880369" cy="369332"/>
          </a:xfrm>
          <a:prstGeom prst="rect">
            <a:avLst/>
          </a:prstGeom>
          <a:noFill/>
        </p:spPr>
        <p:txBody>
          <a:bodyPr wrap="none" rtlCol="0">
            <a:spAutoFit/>
          </a:bodyPr>
          <a:lstStyle/>
          <a:p>
            <a:r>
              <a:rPr lang="en-US" b="1" dirty="0" smtClean="0"/>
              <a:t>Header</a:t>
            </a:r>
            <a:endParaRPr lang="ru-RU" b="1" dirty="0"/>
          </a:p>
        </p:txBody>
      </p:sp>
      <p:sp>
        <p:nvSpPr>
          <p:cNvPr id="26" name="TextBox 25"/>
          <p:cNvSpPr txBox="1"/>
          <p:nvPr/>
        </p:nvSpPr>
        <p:spPr>
          <a:xfrm>
            <a:off x="520700" y="5075698"/>
            <a:ext cx="9855200" cy="923330"/>
          </a:xfrm>
          <a:prstGeom prst="rect">
            <a:avLst/>
          </a:prstGeom>
          <a:noFill/>
        </p:spPr>
        <p:txBody>
          <a:bodyPr wrap="square" rtlCol="0">
            <a:spAutoFit/>
          </a:bodyPr>
          <a:lstStyle/>
          <a:p>
            <a:r>
              <a:rPr lang="en-US" dirty="0" smtClean="0"/>
              <a:t>Content-­‐Type</a:t>
            </a:r>
            <a:r>
              <a:rPr lang="en-US" dirty="0"/>
              <a:t>:  </a:t>
            </a:r>
            <a:r>
              <a:rPr lang="en-US" dirty="0" smtClean="0"/>
              <a:t>application/</a:t>
            </a:r>
            <a:r>
              <a:rPr lang="en-US" dirty="0" err="1" smtClean="0"/>
              <a:t>json;charset</a:t>
            </a:r>
            <a:r>
              <a:rPr lang="en-US" dirty="0" smtClean="0"/>
              <a:t>=UTF­‐8</a:t>
            </a:r>
            <a:endParaRPr lang="en-US" dirty="0"/>
          </a:p>
          <a:p>
            <a:r>
              <a:rPr lang="en-US" dirty="0" smtClean="0"/>
              <a:t>Authorization: </a:t>
            </a:r>
            <a:r>
              <a:rPr lang="en-US" dirty="0"/>
              <a:t> </a:t>
            </a:r>
            <a:r>
              <a:rPr lang="en-US" dirty="0" smtClean="0"/>
              <a:t>Bearer </a:t>
            </a:r>
            <a:r>
              <a:rPr lang="en-US" dirty="0" smtClean="0">
                <a:solidFill>
                  <a:srgbClr val="FF0000"/>
                </a:solidFill>
              </a:rPr>
              <a:t>7e59968f9f982eb5b7299dda365c94 (</a:t>
            </a:r>
            <a:r>
              <a:rPr lang="ru-RU" dirty="0" err="1" smtClean="0">
                <a:solidFill>
                  <a:srgbClr val="FF0000"/>
                </a:solidFill>
              </a:rPr>
              <a:t>Токен</a:t>
            </a:r>
            <a:r>
              <a:rPr lang="en-US" dirty="0" smtClean="0">
                <a:solidFill>
                  <a:srgbClr val="FF0000"/>
                </a:solidFill>
              </a:rPr>
              <a:t>)</a:t>
            </a:r>
            <a:endParaRPr lang="en-US" dirty="0">
              <a:solidFill>
                <a:srgbClr val="FF0000"/>
              </a:solidFill>
            </a:endParaRPr>
          </a:p>
          <a:p>
            <a:endParaRPr lang="ru-RU" dirty="0"/>
          </a:p>
        </p:txBody>
      </p:sp>
      <p:sp>
        <p:nvSpPr>
          <p:cNvPr id="27" name="TextBox 26"/>
          <p:cNvSpPr txBox="1"/>
          <p:nvPr/>
        </p:nvSpPr>
        <p:spPr>
          <a:xfrm>
            <a:off x="520699" y="5629696"/>
            <a:ext cx="670376" cy="369332"/>
          </a:xfrm>
          <a:prstGeom prst="rect">
            <a:avLst/>
          </a:prstGeom>
          <a:noFill/>
        </p:spPr>
        <p:txBody>
          <a:bodyPr wrap="none" rtlCol="0">
            <a:spAutoFit/>
          </a:bodyPr>
          <a:lstStyle/>
          <a:p>
            <a:r>
              <a:rPr lang="en-US" b="1" dirty="0" smtClean="0"/>
              <a:t>Body</a:t>
            </a:r>
            <a:endParaRPr lang="ru-RU" b="1" dirty="0"/>
          </a:p>
        </p:txBody>
      </p:sp>
      <p:sp>
        <p:nvSpPr>
          <p:cNvPr id="28" name="TextBox 27"/>
          <p:cNvSpPr txBox="1"/>
          <p:nvPr/>
        </p:nvSpPr>
        <p:spPr>
          <a:xfrm>
            <a:off x="520698" y="5959722"/>
            <a:ext cx="9273436" cy="646331"/>
          </a:xfrm>
          <a:prstGeom prst="rect">
            <a:avLst/>
          </a:prstGeom>
          <a:noFill/>
        </p:spPr>
        <p:txBody>
          <a:bodyPr wrap="none" rtlCol="0">
            <a:spAutoFit/>
          </a:bodyPr>
          <a:lstStyle/>
          <a:p>
            <a:r>
              <a:rPr lang="en-US" dirty="0"/>
              <a:t>{"mode":"async","messageType":"091b562d43f936bef85b","messages":[{"</a:t>
            </a:r>
            <a:r>
              <a:rPr lang="en-US" dirty="0" smtClean="0"/>
              <a:t>Timestamp":114234, </a:t>
            </a:r>
            <a:r>
              <a:rPr lang="en-US" dirty="0"/>
              <a:t> </a:t>
            </a:r>
          </a:p>
          <a:p>
            <a:r>
              <a:rPr lang="en-US" dirty="0" smtClean="0"/>
              <a:t>“VibrationX":2.22, </a:t>
            </a:r>
            <a:r>
              <a:rPr lang="en-US" dirty="0"/>
              <a:t> </a:t>
            </a:r>
            <a:r>
              <a:rPr lang="en-US" dirty="0" smtClean="0"/>
              <a:t>“VibrationY":6.59, </a:t>
            </a:r>
            <a:r>
              <a:rPr lang="en-US" dirty="0"/>
              <a:t>  “</a:t>
            </a:r>
            <a:r>
              <a:rPr lang="en-US" dirty="0" smtClean="0"/>
              <a:t>VibrationZ":6.5}]}</a:t>
            </a:r>
            <a:endParaRPr lang="ru-RU" dirty="0"/>
          </a:p>
        </p:txBody>
      </p:sp>
    </p:spTree>
    <p:extLst>
      <p:ext uri="{BB962C8B-B14F-4D97-AF65-F5344CB8AC3E}">
        <p14:creationId xmlns:p14="http://schemas.microsoft.com/office/powerpoint/2010/main" val="982757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txBox="1">
            <a:spLocks noGrp="1"/>
          </p:cNvSpPr>
          <p:nvPr>
            <p:ph type="title"/>
          </p:nvPr>
        </p:nvSpPr>
        <p:spPr>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2400" b="1" dirty="0" smtClean="0"/>
              <a:t>Просмотр полученных результатов в БД  на облач</a:t>
            </a:r>
            <a:r>
              <a:rPr lang="ru-RU" sz="2400" b="1" dirty="0"/>
              <a:t>н</a:t>
            </a:r>
            <a:r>
              <a:rPr lang="ru-RU" sz="2400" b="1" dirty="0" smtClean="0"/>
              <a:t>ом хранилище </a:t>
            </a:r>
            <a:r>
              <a:rPr lang="en-US" sz="2400" b="1" dirty="0" smtClean="0"/>
              <a:t>HCP</a:t>
            </a:r>
            <a:endParaRPr lang="ru-RU" sz="2400" b="1" dirty="0"/>
          </a:p>
        </p:txBody>
      </p:sp>
      <p:pic>
        <p:nvPicPr>
          <p:cNvPr id="5" name="Рисунок 4"/>
          <p:cNvPicPr>
            <a:picLocks noChangeAspect="1"/>
          </p:cNvPicPr>
          <p:nvPr/>
        </p:nvPicPr>
        <p:blipFill>
          <a:blip r:embed="rId2"/>
          <a:stretch>
            <a:fillRect/>
          </a:stretch>
        </p:blipFill>
        <p:spPr>
          <a:xfrm>
            <a:off x="1633726" y="1391943"/>
            <a:ext cx="8924546" cy="2219913"/>
          </a:xfrm>
          <a:prstGeom prst="rect">
            <a:avLst/>
          </a:prstGeom>
        </p:spPr>
      </p:pic>
      <p:sp>
        <p:nvSpPr>
          <p:cNvPr id="6" name="Стрелка вправо 5"/>
          <p:cNvSpPr/>
          <p:nvPr/>
        </p:nvSpPr>
        <p:spPr>
          <a:xfrm rot="5400000">
            <a:off x="5969000" y="3086100"/>
            <a:ext cx="558800" cy="1193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7" name="Рисунок 6"/>
          <p:cNvPicPr>
            <a:picLocks noChangeAspect="1"/>
          </p:cNvPicPr>
          <p:nvPr/>
        </p:nvPicPr>
        <p:blipFill>
          <a:blip r:embed="rId3"/>
          <a:stretch>
            <a:fillRect/>
          </a:stretch>
        </p:blipFill>
        <p:spPr>
          <a:xfrm>
            <a:off x="1633726" y="4025900"/>
            <a:ext cx="8948260" cy="2256340"/>
          </a:xfrm>
          <a:prstGeom prst="rect">
            <a:avLst/>
          </a:prstGeom>
        </p:spPr>
      </p:pic>
      <p:sp>
        <p:nvSpPr>
          <p:cNvPr id="8" name="Скругленный прямоугольник 7"/>
          <p:cNvSpPr/>
          <p:nvPr/>
        </p:nvSpPr>
        <p:spPr>
          <a:xfrm>
            <a:off x="2984500" y="4394200"/>
            <a:ext cx="7391400" cy="18880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971490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991811" y="989030"/>
            <a:ext cx="10515600" cy="4351338"/>
          </a:xfrm>
        </p:spPr>
        <p:txBody>
          <a:bodyPr>
            <a:normAutofit fontScale="62500" lnSpcReduction="20000"/>
          </a:bodyPr>
          <a:lstStyle/>
          <a:p>
            <a:r>
              <a:rPr lang="ru-RU" dirty="0" smtClean="0"/>
              <a:t>Разработаны продукционные правила и апробированы на 18 временных сигналах вибрации, снятых с подшипниковых узлов БДМ. </a:t>
            </a:r>
          </a:p>
          <a:p>
            <a:r>
              <a:rPr lang="ru-RU" dirty="0" smtClean="0"/>
              <a:t>Обработка сигналов происходила в программном комплексе </a:t>
            </a:r>
            <a:r>
              <a:rPr lang="en-US" dirty="0" err="1" smtClean="0"/>
              <a:t>MatLab</a:t>
            </a:r>
            <a:r>
              <a:rPr lang="ru-RU" dirty="0" smtClean="0"/>
              <a:t>, после чего результаты программы сравнивались с результатами анализа сигнала </a:t>
            </a:r>
            <a:r>
              <a:rPr lang="ru-RU" dirty="0" err="1" smtClean="0"/>
              <a:t>экспертом-вибродиагностом</a:t>
            </a:r>
            <a:r>
              <a:rPr lang="ru-RU" dirty="0" smtClean="0"/>
              <a:t>. </a:t>
            </a:r>
          </a:p>
          <a:p>
            <a:r>
              <a:rPr lang="ru-RU" dirty="0" smtClean="0"/>
              <a:t>В 86% результат обработки сигнала и определённый программой дефект совпал с экспертным решением. </a:t>
            </a:r>
          </a:p>
          <a:p>
            <a:r>
              <a:rPr lang="ru-RU" dirty="0" smtClean="0"/>
              <a:t>В 14% результаты программы определили предаварийное состояние узла, но причина неполадки не совпала с экспертным решением. </a:t>
            </a:r>
          </a:p>
          <a:p>
            <a:r>
              <a:rPr lang="ru-RU" dirty="0" smtClean="0"/>
              <a:t>Полученные на основе использования решающих правил результаты дают основание сделать вывод о положительном эффекте применения этих методик, при не высоком уровне зашумлённости сигнала.</a:t>
            </a:r>
          </a:p>
          <a:p>
            <a:r>
              <a:rPr lang="ru-RU" dirty="0" smtClean="0"/>
              <a:t>Настроен обмен сообщений </a:t>
            </a:r>
            <a:r>
              <a:rPr lang="en-US" dirty="0" smtClean="0"/>
              <a:t>Edge </a:t>
            </a:r>
            <a:r>
              <a:rPr lang="ru-RU" dirty="0" smtClean="0"/>
              <a:t>Сервера с платформой </a:t>
            </a:r>
            <a:r>
              <a:rPr lang="en-US" dirty="0" smtClean="0"/>
              <a:t>HCP </a:t>
            </a:r>
            <a:r>
              <a:rPr lang="ru-RU" dirty="0" smtClean="0"/>
              <a:t>для передачи амплитуд вибрации с </a:t>
            </a:r>
            <a:r>
              <a:rPr lang="en-US" dirty="0" smtClean="0"/>
              <a:t>MEMS </a:t>
            </a:r>
            <a:r>
              <a:rPr lang="ru-RU" dirty="0" smtClean="0"/>
              <a:t>акселерометра.</a:t>
            </a:r>
          </a:p>
          <a:p>
            <a:r>
              <a:rPr lang="ru-RU" dirty="0" smtClean="0"/>
              <a:t>Выявлено что невозможно построить временной сигнал вибрации в облаке из-за ограничений по частоте передаче </a:t>
            </a:r>
            <a:r>
              <a:rPr lang="en-US" dirty="0" smtClean="0"/>
              <a:t>POST </a:t>
            </a:r>
            <a:r>
              <a:rPr lang="ru-RU" dirty="0" smtClean="0"/>
              <a:t>запросов.</a:t>
            </a:r>
          </a:p>
          <a:p>
            <a:r>
              <a:rPr lang="ru-RU" dirty="0" smtClean="0"/>
              <a:t>Планируется разработать интерфейс для отображения спектров вибрации и также скрипт обработки </a:t>
            </a:r>
            <a:r>
              <a:rPr lang="en-US" dirty="0" smtClean="0"/>
              <a:t>GET </a:t>
            </a:r>
            <a:r>
              <a:rPr lang="ru-RU" dirty="0" smtClean="0"/>
              <a:t>запросов на изменение частоты </a:t>
            </a:r>
            <a:r>
              <a:rPr lang="ru-RU" dirty="0" err="1" smtClean="0"/>
              <a:t>сэмплирования</a:t>
            </a:r>
            <a:r>
              <a:rPr lang="ru-RU" dirty="0" smtClean="0"/>
              <a:t> и формирования массива амплитуд при разложении БПФ.</a:t>
            </a:r>
          </a:p>
          <a:p>
            <a:endParaRPr lang="ru-RU" dirty="0"/>
          </a:p>
        </p:txBody>
      </p:sp>
      <p:sp>
        <p:nvSpPr>
          <p:cNvPr id="5" name="Заголовок 1"/>
          <p:cNvSpPr>
            <a:spLocks noGrp="1"/>
          </p:cNvSpPr>
          <p:nvPr>
            <p:ph type="title"/>
          </p:nvPr>
        </p:nvSpPr>
        <p:spPr>
          <a:xfrm>
            <a:off x="1059578" y="0"/>
            <a:ext cx="10515600" cy="741145"/>
          </a:xfrm>
        </p:spPr>
        <p:txBody>
          <a:bodyPr>
            <a:noAutofit/>
          </a:bodyPr>
          <a:lstStyle/>
          <a:p>
            <a:r>
              <a:rPr lang="ru-RU" sz="2400" b="1" dirty="0" smtClean="0"/>
              <a:t>Заключение</a:t>
            </a:r>
            <a:endParaRPr lang="ru-RU" sz="2400" b="1" dirty="0"/>
          </a:p>
        </p:txBody>
      </p:sp>
      <p:sp>
        <p:nvSpPr>
          <p:cNvPr id="14" name="Нашивка 13"/>
          <p:cNvSpPr/>
          <p:nvPr/>
        </p:nvSpPr>
        <p:spPr>
          <a:xfrm>
            <a:off x="371383"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Общий алгоритм ТОРО</a:t>
            </a:r>
            <a:endParaRPr lang="ru-RU" sz="1100" b="1" dirty="0">
              <a:solidFill>
                <a:schemeClr val="tx1"/>
              </a:solidFill>
            </a:endParaRPr>
          </a:p>
        </p:txBody>
      </p:sp>
      <p:sp>
        <p:nvSpPr>
          <p:cNvPr id="15" name="Нашивка 14"/>
          <p:cNvSpPr/>
          <p:nvPr/>
        </p:nvSpPr>
        <p:spPr>
          <a:xfrm>
            <a:off x="222825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Выбор метода анализа ВС</a:t>
            </a:r>
            <a:endParaRPr lang="ru-RU" sz="1100" b="1" dirty="0">
              <a:solidFill>
                <a:schemeClr val="tx1"/>
              </a:solidFill>
            </a:endParaRPr>
          </a:p>
        </p:txBody>
      </p:sp>
      <p:sp>
        <p:nvSpPr>
          <p:cNvPr id="16" name="Нашивка 15"/>
          <p:cNvSpPr/>
          <p:nvPr/>
        </p:nvSpPr>
        <p:spPr>
          <a:xfrm>
            <a:off x="4029381"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ДПФ </a:t>
            </a:r>
            <a:endParaRPr lang="ru-RU" dirty="0">
              <a:solidFill>
                <a:schemeClr val="tx1"/>
              </a:solidFill>
            </a:endParaRPr>
          </a:p>
        </p:txBody>
      </p:sp>
      <p:sp>
        <p:nvSpPr>
          <p:cNvPr id="17" name="Нашивка 16"/>
          <p:cNvSpPr/>
          <p:nvPr/>
        </p:nvSpPr>
        <p:spPr>
          <a:xfrm>
            <a:off x="5733460" y="6176086"/>
            <a:ext cx="1607419" cy="644892"/>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Анализ спектров ВС</a:t>
            </a:r>
            <a:endParaRPr lang="ru-RU" sz="1100" b="1" dirty="0">
              <a:solidFill>
                <a:schemeClr val="tx1"/>
              </a:solidFill>
            </a:endParaRPr>
          </a:p>
        </p:txBody>
      </p:sp>
      <p:sp>
        <p:nvSpPr>
          <p:cNvPr id="18" name="Нашивка 17"/>
          <p:cNvSpPr/>
          <p:nvPr/>
        </p:nvSpPr>
        <p:spPr>
          <a:xfrm>
            <a:off x="7437539" y="6184233"/>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Edge </a:t>
            </a:r>
            <a:r>
              <a:rPr lang="ru-RU" sz="1100" b="1" dirty="0" smtClean="0">
                <a:solidFill>
                  <a:schemeClr val="tx1"/>
                </a:solidFill>
              </a:rPr>
              <a:t>сервер</a:t>
            </a:r>
            <a:endParaRPr lang="ru-RU" sz="1100" b="1" dirty="0">
              <a:solidFill>
                <a:schemeClr val="tx1"/>
              </a:solidFill>
            </a:endParaRPr>
          </a:p>
        </p:txBody>
      </p:sp>
      <p:sp>
        <p:nvSpPr>
          <p:cNvPr id="19" name="Нашивка 18"/>
          <p:cNvSpPr/>
          <p:nvPr/>
        </p:nvSpPr>
        <p:spPr>
          <a:xfrm>
            <a:off x="10584581" y="6176086"/>
            <a:ext cx="1607419" cy="644892"/>
          </a:xfrm>
          <a:prstGeom prst="chevron">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100" b="1" dirty="0" smtClean="0">
                <a:solidFill>
                  <a:schemeClr val="tx1"/>
                </a:solidFill>
              </a:rPr>
              <a:t>Заключение</a:t>
            </a:r>
            <a:endParaRPr lang="ru-RU" sz="1100" b="1" dirty="0">
              <a:solidFill>
                <a:schemeClr val="tx1"/>
              </a:solidFill>
            </a:endParaRPr>
          </a:p>
        </p:txBody>
      </p:sp>
      <p:sp>
        <p:nvSpPr>
          <p:cNvPr id="20" name="Нашивка 19"/>
          <p:cNvSpPr/>
          <p:nvPr/>
        </p:nvSpPr>
        <p:spPr>
          <a:xfrm>
            <a:off x="9011060" y="6176086"/>
            <a:ext cx="1607419" cy="644892"/>
          </a:xfrm>
          <a:prstGeom prst="chevr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chemeClr val="tx1"/>
                </a:solidFill>
              </a:rPr>
              <a:t>HTTP POST </a:t>
            </a:r>
            <a:r>
              <a:rPr lang="ru-RU" sz="1100" b="1" dirty="0" smtClean="0">
                <a:solidFill>
                  <a:schemeClr val="tx1"/>
                </a:solidFill>
              </a:rPr>
              <a:t>запросы</a:t>
            </a:r>
            <a:endParaRPr lang="ru-RU" sz="1100" b="1"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44516" y="2482682"/>
            <a:ext cx="6509084" cy="1325563"/>
          </a:xfrm>
        </p:spPr>
        <p:txBody>
          <a:bodyPr/>
          <a:lstStyle/>
          <a:p>
            <a:r>
              <a:rPr lang="ru-RU" b="1" dirty="0" smtClean="0">
                <a:latin typeface="Times New Roman" panose="02020603050405020304" pitchFamily="18" charset="0"/>
                <a:cs typeface="Times New Roman" panose="02020603050405020304" pitchFamily="18" charset="0"/>
              </a:rPr>
              <a:t>Спасибо за внимание!</a:t>
            </a: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21154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8436</TotalTime>
  <Words>2541</Words>
  <Application>Microsoft Office PowerPoint</Application>
  <PresentationFormat>Широкоэкранный</PresentationFormat>
  <Paragraphs>314</Paragraphs>
  <Slides>21</Slides>
  <Notes>18</Notes>
  <HiddenSlides>5</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2</vt:i4>
      </vt:variant>
      <vt:variant>
        <vt:lpstr>Заголовки слайдов</vt:lpstr>
      </vt:variant>
      <vt:variant>
        <vt:i4>21</vt:i4>
      </vt:variant>
    </vt:vector>
  </HeadingPairs>
  <TitlesOfParts>
    <vt:vector size="31" baseType="lpstr">
      <vt:lpstr>Arial</vt:lpstr>
      <vt:lpstr>Calibri</vt:lpstr>
      <vt:lpstr>Calibri Light</vt:lpstr>
      <vt:lpstr>Cambria Math</vt:lpstr>
      <vt:lpstr>Corbel</vt:lpstr>
      <vt:lpstr>Courier New</vt:lpstr>
      <vt:lpstr>Times New Roman</vt:lpstr>
      <vt:lpstr>Тема Office</vt:lpstr>
      <vt:lpstr>Visio</vt:lpstr>
      <vt:lpstr>Картинка</vt:lpstr>
      <vt:lpstr>Исследование возможности построения подсистемы ТОРО с помощью облачных технологий</vt:lpstr>
      <vt:lpstr>Проблемы контроля и диагностики на примере БДМ</vt:lpstr>
      <vt:lpstr>Структура контроля и диагностики  ТОРО</vt:lpstr>
      <vt:lpstr>Определение критичности оборудования. </vt:lpstr>
      <vt:lpstr>Определение критичности оборудования. Матрица критичности. </vt:lpstr>
      <vt:lpstr>Определение остаточного ресурса </vt:lpstr>
      <vt:lpstr>Процесс прогнозирования параметров надежности</vt:lpstr>
      <vt:lpstr>Результат построения функции распределения интенсивности отказов по цензурированной выборке. </vt:lpstr>
      <vt:lpstr>Выбор метода анализа вибросигнала.</vt:lpstr>
      <vt:lpstr>Выбор метода анализа вибросигнала. Пик-фактор.</vt:lpstr>
      <vt:lpstr>ДПФ. Частотный анализ вибросигнала.</vt:lpstr>
      <vt:lpstr>Диагностика неисправности по вибросигналу</vt:lpstr>
      <vt:lpstr>Анализ спектров вибросигнала. Диагностика на основе нейронных сетей.</vt:lpstr>
      <vt:lpstr>Анализ спектров вибросигнала. Диагностика на основе решающих правил.</vt:lpstr>
      <vt:lpstr>Программный модуль частотного анализа вибросигнала</vt:lpstr>
      <vt:lpstr>Структура Edge сервера основанного на плате ArduinoYun</vt:lpstr>
      <vt:lpstr>Диаграмма состояния обмена сообщениями показаний вибрации с Edge сервера</vt:lpstr>
      <vt:lpstr>Презентация PowerPoint</vt:lpstr>
      <vt:lpstr>Просмотр полученных результатов в БД  на облачном хранилище HCP</vt:lpstr>
      <vt:lpstr>Заключение</vt:lpstr>
      <vt:lpstr>Спасибо за внимание!</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Система контроля и диагностики оборудования БДМ</dc:title>
  <dc:creator>Кирилл Столяров</dc:creator>
  <cp:lastModifiedBy>Кирилл Столяров</cp:lastModifiedBy>
  <cp:revision>94</cp:revision>
  <dcterms:created xsi:type="dcterms:W3CDTF">2015-04-14T11:29:51Z</dcterms:created>
  <dcterms:modified xsi:type="dcterms:W3CDTF">2016-12-27T10:09:26Z</dcterms:modified>
</cp:coreProperties>
</file>